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1" r:id="rId5"/>
    <p:sldId id="262" r:id="rId6"/>
    <p:sldId id="260" r:id="rId7"/>
    <p:sldId id="265" r:id="rId8"/>
    <p:sldId id="266" r:id="rId9"/>
    <p:sldId id="264" r:id="rId10"/>
    <p:sldId id="267" r:id="rId11"/>
    <p:sldId id="263" r:id="rId12"/>
    <p:sldId id="269" r:id="rId13"/>
    <p:sldId id="273" r:id="rId14"/>
    <p:sldId id="274" r:id="rId15"/>
    <p:sldId id="275" r:id="rId16"/>
    <p:sldId id="276" r:id="rId17"/>
    <p:sldId id="272" r:id="rId18"/>
    <p:sldId id="270" r:id="rId19"/>
    <p:sldId id="281" r:id="rId20"/>
    <p:sldId id="282" r:id="rId21"/>
    <p:sldId id="279" r:id="rId22"/>
    <p:sldId id="284" r:id="rId23"/>
    <p:sldId id="283" r:id="rId24"/>
    <p:sldId id="285" r:id="rId25"/>
    <p:sldId id="278" r:id="rId26"/>
    <p:sldId id="277" r:id="rId27"/>
    <p:sldId id="290" r:id="rId28"/>
    <p:sldId id="289" r:id="rId29"/>
    <p:sldId id="288" r:id="rId30"/>
    <p:sldId id="287" r:id="rId31"/>
    <p:sldId id="268" r:id="rId32"/>
    <p:sldId id="286" r:id="rId33"/>
    <p:sldId id="292" r:id="rId34"/>
    <p:sldId id="29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AA6A02-8786-0B93-C563-5C0AE993A008}" v="2742" dt="2025-01-27T00:36:31.1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3B219F-D47C-4FAC-8ECF-D6045EE6F9BC}" type="doc">
      <dgm:prSet loTypeId="urn:microsoft.com/office/officeart/2005/8/layout/default" loCatId="list" qsTypeId="urn:microsoft.com/office/officeart/2005/8/quickstyle/simple1" qsCatId="simple" csTypeId="urn:microsoft.com/office/officeart/2005/8/colors/accent0_3" csCatId="mainScheme" phldr="1"/>
      <dgm:spPr/>
      <dgm:t>
        <a:bodyPr/>
        <a:lstStyle/>
        <a:p>
          <a:endParaRPr lang="en-US"/>
        </a:p>
      </dgm:t>
    </dgm:pt>
    <dgm:pt modelId="{EF45BA8E-6BC4-47EC-B146-A08DF48A4EB8}">
      <dgm:prSet phldrT="[Text]" phldr="0"/>
      <dgm:spPr/>
      <dgm:t>
        <a:bodyPr/>
        <a:lstStyle/>
        <a:p>
          <a:pPr rtl="0"/>
          <a:r>
            <a:rPr lang="en-US" dirty="0">
              <a:latin typeface="Century Gothic" panose="020B0502020202020204"/>
            </a:rPr>
            <a:t>Noman </a:t>
          </a:r>
          <a:endParaRPr lang="en-US" dirty="0"/>
        </a:p>
      </dgm:t>
    </dgm:pt>
    <dgm:pt modelId="{F74CBC2D-AFF5-4133-B333-6AFFE61A5F16}" type="parTrans" cxnId="{7199D832-7A0A-497C-B8AA-F88193F35A52}">
      <dgm:prSet/>
      <dgm:spPr/>
      <dgm:t>
        <a:bodyPr/>
        <a:lstStyle/>
        <a:p>
          <a:endParaRPr lang="en-US"/>
        </a:p>
      </dgm:t>
    </dgm:pt>
    <dgm:pt modelId="{C57995FE-495F-4C4D-822F-97AAFDE95344}" type="sibTrans" cxnId="{7199D832-7A0A-497C-B8AA-F88193F35A52}">
      <dgm:prSet/>
      <dgm:spPr/>
      <dgm:t>
        <a:bodyPr/>
        <a:lstStyle/>
        <a:p>
          <a:endParaRPr lang="en-US"/>
        </a:p>
      </dgm:t>
    </dgm:pt>
    <dgm:pt modelId="{ACF8B9C2-A55B-40B5-8B43-092DE81B433E}">
      <dgm:prSet phldrT="[Text]" phldr="0"/>
      <dgm:spPr/>
      <dgm:t>
        <a:bodyPr/>
        <a:lstStyle/>
        <a:p>
          <a:r>
            <a:rPr lang="en-US" dirty="0">
              <a:latin typeface="Century Gothic" panose="020B0502020202020204"/>
            </a:rPr>
            <a:t>Zain</a:t>
          </a:r>
          <a:endParaRPr lang="en-US" dirty="0"/>
        </a:p>
      </dgm:t>
    </dgm:pt>
    <dgm:pt modelId="{C9BC527E-D61C-49B6-88E2-E992B5DD94DA}" type="parTrans" cxnId="{83DF31FB-2945-4026-84B7-B91E3DFC88A2}">
      <dgm:prSet/>
      <dgm:spPr/>
      <dgm:t>
        <a:bodyPr/>
        <a:lstStyle/>
        <a:p>
          <a:endParaRPr lang="en-US"/>
        </a:p>
      </dgm:t>
    </dgm:pt>
    <dgm:pt modelId="{76880751-D281-454C-98CE-1B01277D77F1}" type="sibTrans" cxnId="{83DF31FB-2945-4026-84B7-B91E3DFC88A2}">
      <dgm:prSet/>
      <dgm:spPr/>
      <dgm:t>
        <a:bodyPr/>
        <a:lstStyle/>
        <a:p>
          <a:endParaRPr lang="en-US"/>
        </a:p>
      </dgm:t>
    </dgm:pt>
    <dgm:pt modelId="{A8D1773D-6CE2-4ECC-9A81-1F5A1CCCFB4B}">
      <dgm:prSet phldrT="[Text]" phldr="0"/>
      <dgm:spPr/>
      <dgm:t>
        <a:bodyPr/>
        <a:lstStyle/>
        <a:p>
          <a:r>
            <a:rPr lang="en-US" dirty="0">
              <a:latin typeface="Century Gothic" panose="020B0502020202020204"/>
            </a:rPr>
            <a:t>Arooj</a:t>
          </a:r>
          <a:endParaRPr lang="en-US" dirty="0"/>
        </a:p>
      </dgm:t>
    </dgm:pt>
    <dgm:pt modelId="{83B5EA61-F150-4D60-A03E-7E24B7A3BB4A}" type="parTrans" cxnId="{6631C4FE-F369-4D48-A528-F9C4A20A901C}">
      <dgm:prSet/>
      <dgm:spPr/>
      <dgm:t>
        <a:bodyPr/>
        <a:lstStyle/>
        <a:p>
          <a:endParaRPr lang="en-US"/>
        </a:p>
      </dgm:t>
    </dgm:pt>
    <dgm:pt modelId="{101AA1C6-9ECA-41A8-A8B5-5E5B1891BF34}" type="sibTrans" cxnId="{6631C4FE-F369-4D48-A528-F9C4A20A901C}">
      <dgm:prSet/>
      <dgm:spPr/>
      <dgm:t>
        <a:bodyPr/>
        <a:lstStyle/>
        <a:p>
          <a:endParaRPr lang="en-US"/>
        </a:p>
      </dgm:t>
    </dgm:pt>
    <dgm:pt modelId="{62988EA8-F012-415E-9CE6-F5E6C1B393FC}">
      <dgm:prSet phldr="0"/>
      <dgm:spPr/>
      <dgm:t>
        <a:bodyPr/>
        <a:lstStyle/>
        <a:p>
          <a:pPr rtl="0"/>
          <a:r>
            <a:rPr lang="en-US" dirty="0">
              <a:latin typeface="Century Gothic" panose="020B0502020202020204"/>
            </a:rPr>
            <a:t>Sharjeel</a:t>
          </a:r>
        </a:p>
      </dgm:t>
    </dgm:pt>
    <dgm:pt modelId="{7CA0F105-13ED-4A74-A8E4-76F4E0E984BE}" type="parTrans" cxnId="{E43381B5-723D-436B-ABC9-E68459DA381F}">
      <dgm:prSet/>
      <dgm:spPr/>
    </dgm:pt>
    <dgm:pt modelId="{FF6FDDCC-9A91-4B9F-BEF7-5564416A0E09}" type="sibTrans" cxnId="{E43381B5-723D-436B-ABC9-E68459DA381F}">
      <dgm:prSet/>
      <dgm:spPr/>
    </dgm:pt>
    <dgm:pt modelId="{8339F5D8-120C-43A1-85AE-F100B70A1A3E}">
      <dgm:prSet phldr="0"/>
      <dgm:spPr/>
      <dgm:t>
        <a:bodyPr/>
        <a:lstStyle/>
        <a:p>
          <a:pPr rtl="0"/>
          <a:r>
            <a:rPr lang="en-US" dirty="0">
              <a:latin typeface="Century Gothic" panose="020B0502020202020204"/>
            </a:rPr>
            <a:t>Moeez</a:t>
          </a:r>
        </a:p>
      </dgm:t>
    </dgm:pt>
    <dgm:pt modelId="{621595E2-6A6D-4791-89C0-27B319424128}" type="parTrans" cxnId="{A160545E-A14A-42F2-9A1A-07A942ADBA01}">
      <dgm:prSet/>
      <dgm:spPr/>
    </dgm:pt>
    <dgm:pt modelId="{CFDCD65E-B85A-4885-A004-611886DA2962}" type="sibTrans" cxnId="{A160545E-A14A-42F2-9A1A-07A942ADBA01}">
      <dgm:prSet/>
      <dgm:spPr/>
    </dgm:pt>
    <dgm:pt modelId="{3F34B677-F36D-46FD-9F32-EC2A6A6112C5}" type="pres">
      <dgm:prSet presAssocID="{463B219F-D47C-4FAC-8ECF-D6045EE6F9BC}" presName="diagram" presStyleCnt="0">
        <dgm:presLayoutVars>
          <dgm:dir/>
          <dgm:resizeHandles val="exact"/>
        </dgm:presLayoutVars>
      </dgm:prSet>
      <dgm:spPr/>
    </dgm:pt>
    <dgm:pt modelId="{8324B006-D8E7-476F-8003-A412CA086685}" type="pres">
      <dgm:prSet presAssocID="{EF45BA8E-6BC4-47EC-B146-A08DF48A4EB8}" presName="node" presStyleLbl="node1" presStyleIdx="0" presStyleCnt="5">
        <dgm:presLayoutVars>
          <dgm:bulletEnabled val="1"/>
        </dgm:presLayoutVars>
      </dgm:prSet>
      <dgm:spPr/>
    </dgm:pt>
    <dgm:pt modelId="{3E11DD19-114B-48E0-AD5E-8E35E532C20B}" type="pres">
      <dgm:prSet presAssocID="{C57995FE-495F-4C4D-822F-97AAFDE95344}" presName="sibTrans" presStyleCnt="0"/>
      <dgm:spPr/>
    </dgm:pt>
    <dgm:pt modelId="{B86B555C-AAC1-4E92-BC2A-31DABFED1F23}" type="pres">
      <dgm:prSet presAssocID="{62988EA8-F012-415E-9CE6-F5E6C1B393FC}" presName="node" presStyleLbl="node1" presStyleIdx="1" presStyleCnt="5">
        <dgm:presLayoutVars>
          <dgm:bulletEnabled val="1"/>
        </dgm:presLayoutVars>
      </dgm:prSet>
      <dgm:spPr/>
    </dgm:pt>
    <dgm:pt modelId="{9AC763C1-F44D-40FA-9FF0-E3D8918771F0}" type="pres">
      <dgm:prSet presAssocID="{FF6FDDCC-9A91-4B9F-BEF7-5564416A0E09}" presName="sibTrans" presStyleCnt="0"/>
      <dgm:spPr/>
    </dgm:pt>
    <dgm:pt modelId="{958F973E-0B9A-4C04-BDF3-F3DA631DB600}" type="pres">
      <dgm:prSet presAssocID="{8339F5D8-120C-43A1-85AE-F100B70A1A3E}" presName="node" presStyleLbl="node1" presStyleIdx="2" presStyleCnt="5">
        <dgm:presLayoutVars>
          <dgm:bulletEnabled val="1"/>
        </dgm:presLayoutVars>
      </dgm:prSet>
      <dgm:spPr/>
    </dgm:pt>
    <dgm:pt modelId="{C2F3925B-09F3-463B-9B31-ED50D1F2715E}" type="pres">
      <dgm:prSet presAssocID="{CFDCD65E-B85A-4885-A004-611886DA2962}" presName="sibTrans" presStyleCnt="0"/>
      <dgm:spPr/>
    </dgm:pt>
    <dgm:pt modelId="{8AFC7F4A-9DE6-45E0-AD4E-94107753D8B8}" type="pres">
      <dgm:prSet presAssocID="{ACF8B9C2-A55B-40B5-8B43-092DE81B433E}" presName="node" presStyleLbl="node1" presStyleIdx="3" presStyleCnt="5">
        <dgm:presLayoutVars>
          <dgm:bulletEnabled val="1"/>
        </dgm:presLayoutVars>
      </dgm:prSet>
      <dgm:spPr/>
    </dgm:pt>
    <dgm:pt modelId="{B1E9C6AA-B0CC-49FA-ACA4-788945D6495C}" type="pres">
      <dgm:prSet presAssocID="{76880751-D281-454C-98CE-1B01277D77F1}" presName="sibTrans" presStyleCnt="0"/>
      <dgm:spPr/>
    </dgm:pt>
    <dgm:pt modelId="{31B6DB84-5F45-4220-8B43-729F2EDE475F}" type="pres">
      <dgm:prSet presAssocID="{A8D1773D-6CE2-4ECC-9A81-1F5A1CCCFB4B}" presName="node" presStyleLbl="node1" presStyleIdx="4" presStyleCnt="5">
        <dgm:presLayoutVars>
          <dgm:bulletEnabled val="1"/>
        </dgm:presLayoutVars>
      </dgm:prSet>
      <dgm:spPr/>
    </dgm:pt>
  </dgm:ptLst>
  <dgm:cxnLst>
    <dgm:cxn modelId="{9FD95A09-94DA-411B-82E2-4F9034E149B1}" type="presOf" srcId="{EF45BA8E-6BC4-47EC-B146-A08DF48A4EB8}" destId="{8324B006-D8E7-476F-8003-A412CA086685}" srcOrd="0" destOrd="0" presId="urn:microsoft.com/office/officeart/2005/8/layout/default"/>
    <dgm:cxn modelId="{7199D832-7A0A-497C-B8AA-F88193F35A52}" srcId="{463B219F-D47C-4FAC-8ECF-D6045EE6F9BC}" destId="{EF45BA8E-6BC4-47EC-B146-A08DF48A4EB8}" srcOrd="0" destOrd="0" parTransId="{F74CBC2D-AFF5-4133-B333-6AFFE61A5F16}" sibTransId="{C57995FE-495F-4C4D-822F-97AAFDE95344}"/>
    <dgm:cxn modelId="{A160545E-A14A-42F2-9A1A-07A942ADBA01}" srcId="{463B219F-D47C-4FAC-8ECF-D6045EE6F9BC}" destId="{8339F5D8-120C-43A1-85AE-F100B70A1A3E}" srcOrd="2" destOrd="0" parTransId="{621595E2-6A6D-4791-89C0-27B319424128}" sibTransId="{CFDCD65E-B85A-4885-A004-611886DA2962}"/>
    <dgm:cxn modelId="{2A4C4587-312E-48B1-8919-D40744DE03CA}" type="presOf" srcId="{8339F5D8-120C-43A1-85AE-F100B70A1A3E}" destId="{958F973E-0B9A-4C04-BDF3-F3DA631DB600}" srcOrd="0" destOrd="0" presId="urn:microsoft.com/office/officeart/2005/8/layout/default"/>
    <dgm:cxn modelId="{2CF3C38D-E932-4914-ADBD-0BA3EBE505C1}" type="presOf" srcId="{ACF8B9C2-A55B-40B5-8B43-092DE81B433E}" destId="{8AFC7F4A-9DE6-45E0-AD4E-94107753D8B8}" srcOrd="0" destOrd="0" presId="urn:microsoft.com/office/officeart/2005/8/layout/default"/>
    <dgm:cxn modelId="{2BCCB79C-8F91-49D9-9725-ACC04846B3E0}" type="presOf" srcId="{463B219F-D47C-4FAC-8ECF-D6045EE6F9BC}" destId="{3F34B677-F36D-46FD-9F32-EC2A6A6112C5}" srcOrd="0" destOrd="0" presId="urn:microsoft.com/office/officeart/2005/8/layout/default"/>
    <dgm:cxn modelId="{E43381B5-723D-436B-ABC9-E68459DA381F}" srcId="{463B219F-D47C-4FAC-8ECF-D6045EE6F9BC}" destId="{62988EA8-F012-415E-9CE6-F5E6C1B393FC}" srcOrd="1" destOrd="0" parTransId="{7CA0F105-13ED-4A74-A8E4-76F4E0E984BE}" sibTransId="{FF6FDDCC-9A91-4B9F-BEF7-5564416A0E09}"/>
    <dgm:cxn modelId="{D37E86CE-0881-4B00-AD03-2707E855DD86}" type="presOf" srcId="{A8D1773D-6CE2-4ECC-9A81-1F5A1CCCFB4B}" destId="{31B6DB84-5F45-4220-8B43-729F2EDE475F}" srcOrd="0" destOrd="0" presId="urn:microsoft.com/office/officeart/2005/8/layout/default"/>
    <dgm:cxn modelId="{ECB22BEF-C905-4F51-8D99-C33553D2F564}" type="presOf" srcId="{62988EA8-F012-415E-9CE6-F5E6C1B393FC}" destId="{B86B555C-AAC1-4E92-BC2A-31DABFED1F23}" srcOrd="0" destOrd="0" presId="urn:microsoft.com/office/officeart/2005/8/layout/default"/>
    <dgm:cxn modelId="{83DF31FB-2945-4026-84B7-B91E3DFC88A2}" srcId="{463B219F-D47C-4FAC-8ECF-D6045EE6F9BC}" destId="{ACF8B9C2-A55B-40B5-8B43-092DE81B433E}" srcOrd="3" destOrd="0" parTransId="{C9BC527E-D61C-49B6-88E2-E992B5DD94DA}" sibTransId="{76880751-D281-454C-98CE-1B01277D77F1}"/>
    <dgm:cxn modelId="{6631C4FE-F369-4D48-A528-F9C4A20A901C}" srcId="{463B219F-D47C-4FAC-8ECF-D6045EE6F9BC}" destId="{A8D1773D-6CE2-4ECC-9A81-1F5A1CCCFB4B}" srcOrd="4" destOrd="0" parTransId="{83B5EA61-F150-4D60-A03E-7E24B7A3BB4A}" sibTransId="{101AA1C6-9ECA-41A8-A8B5-5E5B1891BF34}"/>
    <dgm:cxn modelId="{4F48FF88-72B9-45FE-BC28-DBF86D37942E}" type="presParOf" srcId="{3F34B677-F36D-46FD-9F32-EC2A6A6112C5}" destId="{8324B006-D8E7-476F-8003-A412CA086685}" srcOrd="0" destOrd="0" presId="urn:microsoft.com/office/officeart/2005/8/layout/default"/>
    <dgm:cxn modelId="{358DB970-2E4C-4C0D-BF4F-8CD3821B699A}" type="presParOf" srcId="{3F34B677-F36D-46FD-9F32-EC2A6A6112C5}" destId="{3E11DD19-114B-48E0-AD5E-8E35E532C20B}" srcOrd="1" destOrd="0" presId="urn:microsoft.com/office/officeart/2005/8/layout/default"/>
    <dgm:cxn modelId="{7515D7BE-C24D-4B54-8A26-E15DDBC626C7}" type="presParOf" srcId="{3F34B677-F36D-46FD-9F32-EC2A6A6112C5}" destId="{B86B555C-AAC1-4E92-BC2A-31DABFED1F23}" srcOrd="2" destOrd="0" presId="urn:microsoft.com/office/officeart/2005/8/layout/default"/>
    <dgm:cxn modelId="{AACE9906-598B-4D17-9CF0-968BD58D36B0}" type="presParOf" srcId="{3F34B677-F36D-46FD-9F32-EC2A6A6112C5}" destId="{9AC763C1-F44D-40FA-9FF0-E3D8918771F0}" srcOrd="3" destOrd="0" presId="urn:microsoft.com/office/officeart/2005/8/layout/default"/>
    <dgm:cxn modelId="{79FFA47D-24F0-4C64-820B-C7820EC9CEA8}" type="presParOf" srcId="{3F34B677-F36D-46FD-9F32-EC2A6A6112C5}" destId="{958F973E-0B9A-4C04-BDF3-F3DA631DB600}" srcOrd="4" destOrd="0" presId="urn:microsoft.com/office/officeart/2005/8/layout/default"/>
    <dgm:cxn modelId="{FFAE29A6-02C5-4ED4-8AE0-D2409922B401}" type="presParOf" srcId="{3F34B677-F36D-46FD-9F32-EC2A6A6112C5}" destId="{C2F3925B-09F3-463B-9B31-ED50D1F2715E}" srcOrd="5" destOrd="0" presId="urn:microsoft.com/office/officeart/2005/8/layout/default"/>
    <dgm:cxn modelId="{A3737CDF-F290-44D8-B8C3-36C84B55D7EA}" type="presParOf" srcId="{3F34B677-F36D-46FD-9F32-EC2A6A6112C5}" destId="{8AFC7F4A-9DE6-45E0-AD4E-94107753D8B8}" srcOrd="6" destOrd="0" presId="urn:microsoft.com/office/officeart/2005/8/layout/default"/>
    <dgm:cxn modelId="{AE10228F-BB59-4622-A9DB-B507F6C80F0E}" type="presParOf" srcId="{3F34B677-F36D-46FD-9F32-EC2A6A6112C5}" destId="{B1E9C6AA-B0CC-49FA-ACA4-788945D6495C}" srcOrd="7" destOrd="0" presId="urn:microsoft.com/office/officeart/2005/8/layout/default"/>
    <dgm:cxn modelId="{FFD5364C-9C76-44E3-B107-29793CD952F6}" type="presParOf" srcId="{3F34B677-F36D-46FD-9F32-EC2A6A6112C5}" destId="{31B6DB84-5F45-4220-8B43-729F2EDE475F}"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0B583D-BB5F-4374-B5D8-C63748347604}" type="doc">
      <dgm:prSet loTypeId="urn:microsoft.com/office/officeart/2005/8/layout/vList2" loCatId="list" qsTypeId="urn:microsoft.com/office/officeart/2005/8/quickstyle/simple4" qsCatId="simple" csTypeId="urn:microsoft.com/office/officeart/2005/8/colors/accent0_3" csCatId="mainScheme"/>
      <dgm:spPr/>
      <dgm:t>
        <a:bodyPr/>
        <a:lstStyle/>
        <a:p>
          <a:endParaRPr lang="en-US"/>
        </a:p>
      </dgm:t>
    </dgm:pt>
    <dgm:pt modelId="{383B10A2-1539-4890-8C4C-36CDF3CC6573}">
      <dgm:prSet/>
      <dgm:spPr/>
      <dgm:t>
        <a:bodyPr/>
        <a:lstStyle/>
        <a:p>
          <a:r>
            <a:rPr lang="en-US"/>
            <a:t>To argue that blasphemy should not be treated as a Hadd offence.</a:t>
          </a:r>
        </a:p>
      </dgm:t>
    </dgm:pt>
    <dgm:pt modelId="{12FEE2DA-A170-4839-9A70-7EFF4408B571}" type="parTrans" cxnId="{664B3F9B-C23E-4F02-9AE4-229F7DEED703}">
      <dgm:prSet/>
      <dgm:spPr/>
      <dgm:t>
        <a:bodyPr/>
        <a:lstStyle/>
        <a:p>
          <a:endParaRPr lang="en-US"/>
        </a:p>
      </dgm:t>
    </dgm:pt>
    <dgm:pt modelId="{43926F29-231B-487D-B11C-0DC5763243C9}" type="sibTrans" cxnId="{664B3F9B-C23E-4F02-9AE4-229F7DEED703}">
      <dgm:prSet/>
      <dgm:spPr/>
      <dgm:t>
        <a:bodyPr/>
        <a:lstStyle/>
        <a:p>
          <a:endParaRPr lang="en-US"/>
        </a:p>
      </dgm:t>
    </dgm:pt>
    <dgm:pt modelId="{39694DBB-BA59-43C6-8BD0-7FFCF9476910}">
      <dgm:prSet/>
      <dgm:spPr/>
      <dgm:t>
        <a:bodyPr/>
        <a:lstStyle/>
        <a:p>
          <a:r>
            <a:rPr lang="en-US"/>
            <a:t>To underscore that there is no ijma on the existence of a mandatory  death penalty for non-Muslims.</a:t>
          </a:r>
        </a:p>
      </dgm:t>
    </dgm:pt>
    <dgm:pt modelId="{E0C4520F-B09D-4B6E-94D5-3BDC7D933B2C}" type="parTrans" cxnId="{81350903-A809-4774-B9AD-9D954F1D4EFD}">
      <dgm:prSet/>
      <dgm:spPr/>
      <dgm:t>
        <a:bodyPr/>
        <a:lstStyle/>
        <a:p>
          <a:endParaRPr lang="en-US"/>
        </a:p>
      </dgm:t>
    </dgm:pt>
    <dgm:pt modelId="{C3CEA1B4-565D-4E0D-9DC3-70B43B67160D}" type="sibTrans" cxnId="{81350903-A809-4774-B9AD-9D954F1D4EFD}">
      <dgm:prSet/>
      <dgm:spPr/>
      <dgm:t>
        <a:bodyPr/>
        <a:lstStyle/>
        <a:p>
          <a:endParaRPr lang="en-US"/>
        </a:p>
      </dgm:t>
    </dgm:pt>
    <dgm:pt modelId="{75DED82E-AE86-4F5C-8732-E616963F7AD3}">
      <dgm:prSet/>
      <dgm:spPr/>
      <dgm:t>
        <a:bodyPr/>
        <a:lstStyle/>
        <a:p>
          <a:r>
            <a:rPr lang="en-US"/>
            <a:t>To underscore that the current narrative on the law is not an accurate  representation of the Hanafi tradition and therefore, not an accurate representation of the Islamic legal tradition. </a:t>
          </a:r>
        </a:p>
      </dgm:t>
    </dgm:pt>
    <dgm:pt modelId="{1053BFDD-F0FD-45E1-881D-ED6D15865A1C}" type="parTrans" cxnId="{51EFB422-5151-415B-A8B3-670E403B7C3F}">
      <dgm:prSet/>
      <dgm:spPr/>
      <dgm:t>
        <a:bodyPr/>
        <a:lstStyle/>
        <a:p>
          <a:endParaRPr lang="en-US"/>
        </a:p>
      </dgm:t>
    </dgm:pt>
    <dgm:pt modelId="{CDF5FE29-E7BF-4F9B-9054-26A732E369F0}" type="sibTrans" cxnId="{51EFB422-5151-415B-A8B3-670E403B7C3F}">
      <dgm:prSet/>
      <dgm:spPr/>
      <dgm:t>
        <a:bodyPr/>
        <a:lstStyle/>
        <a:p>
          <a:endParaRPr lang="en-US"/>
        </a:p>
      </dgm:t>
    </dgm:pt>
    <dgm:pt modelId="{891FB538-489F-400C-BD94-06C754A40B3D}">
      <dgm:prSet/>
      <dgm:spPr/>
      <dgm:t>
        <a:bodyPr/>
        <a:lstStyle/>
        <a:p>
          <a:r>
            <a:rPr lang="en-US"/>
            <a:t>To argue that the law cannot be indiscriminately applied to both Muslims and non-Muslims. </a:t>
          </a:r>
        </a:p>
      </dgm:t>
    </dgm:pt>
    <dgm:pt modelId="{8F6788B8-DFA5-472F-AE05-75DA0BAC361F}" type="parTrans" cxnId="{C9D27437-8A80-4837-9331-D8B48235DC14}">
      <dgm:prSet/>
      <dgm:spPr/>
      <dgm:t>
        <a:bodyPr/>
        <a:lstStyle/>
        <a:p>
          <a:endParaRPr lang="en-US"/>
        </a:p>
      </dgm:t>
    </dgm:pt>
    <dgm:pt modelId="{10DA75BD-2CE1-4D9C-8B6B-6A9BB82415EC}" type="sibTrans" cxnId="{C9D27437-8A80-4837-9331-D8B48235DC14}">
      <dgm:prSet/>
      <dgm:spPr/>
      <dgm:t>
        <a:bodyPr/>
        <a:lstStyle/>
        <a:p>
          <a:endParaRPr lang="en-US"/>
        </a:p>
      </dgm:t>
    </dgm:pt>
    <dgm:pt modelId="{17DC6B00-14D0-4D81-905C-D18BE3724BD0}">
      <dgm:prSet/>
      <dgm:spPr/>
      <dgm:t>
        <a:bodyPr/>
        <a:lstStyle/>
        <a:p>
          <a:r>
            <a:rPr lang="en-US"/>
            <a:t>To highlight the fact that the option of a pardon exists within the Islamic legal tradition for those who insult the Prophet.</a:t>
          </a:r>
        </a:p>
      </dgm:t>
    </dgm:pt>
    <dgm:pt modelId="{87C41255-C1F7-4672-9B7F-D113A06AAB6B}" type="parTrans" cxnId="{875D0306-8E7C-4642-B8FC-43624254C7EE}">
      <dgm:prSet/>
      <dgm:spPr/>
      <dgm:t>
        <a:bodyPr/>
        <a:lstStyle/>
        <a:p>
          <a:endParaRPr lang="en-US"/>
        </a:p>
      </dgm:t>
    </dgm:pt>
    <dgm:pt modelId="{8C14CACA-2C81-4A81-898C-14CA0276EBFC}" type="sibTrans" cxnId="{875D0306-8E7C-4642-B8FC-43624254C7EE}">
      <dgm:prSet/>
      <dgm:spPr/>
      <dgm:t>
        <a:bodyPr/>
        <a:lstStyle/>
        <a:p>
          <a:endParaRPr lang="en-US"/>
        </a:p>
      </dgm:t>
    </dgm:pt>
    <dgm:pt modelId="{DB2DE432-4A4F-4813-8ED7-2C39647A0E16}" type="pres">
      <dgm:prSet presAssocID="{1E0B583D-BB5F-4374-B5D8-C63748347604}" presName="linear" presStyleCnt="0">
        <dgm:presLayoutVars>
          <dgm:animLvl val="lvl"/>
          <dgm:resizeHandles val="exact"/>
        </dgm:presLayoutVars>
      </dgm:prSet>
      <dgm:spPr/>
    </dgm:pt>
    <dgm:pt modelId="{890EDDE3-ADC8-4A8A-85D7-78AEEE6F5A08}" type="pres">
      <dgm:prSet presAssocID="{383B10A2-1539-4890-8C4C-36CDF3CC6573}" presName="parentText" presStyleLbl="node1" presStyleIdx="0" presStyleCnt="5">
        <dgm:presLayoutVars>
          <dgm:chMax val="0"/>
          <dgm:bulletEnabled val="1"/>
        </dgm:presLayoutVars>
      </dgm:prSet>
      <dgm:spPr/>
    </dgm:pt>
    <dgm:pt modelId="{6BB9218C-1390-4AC8-9866-AFE4D101149C}" type="pres">
      <dgm:prSet presAssocID="{43926F29-231B-487D-B11C-0DC5763243C9}" presName="spacer" presStyleCnt="0"/>
      <dgm:spPr/>
    </dgm:pt>
    <dgm:pt modelId="{75568C9E-ADEE-496E-9BFB-ACF215DDAF41}" type="pres">
      <dgm:prSet presAssocID="{39694DBB-BA59-43C6-8BD0-7FFCF9476910}" presName="parentText" presStyleLbl="node1" presStyleIdx="1" presStyleCnt="5">
        <dgm:presLayoutVars>
          <dgm:chMax val="0"/>
          <dgm:bulletEnabled val="1"/>
        </dgm:presLayoutVars>
      </dgm:prSet>
      <dgm:spPr/>
    </dgm:pt>
    <dgm:pt modelId="{1E48B2D5-6A8C-41D9-A99F-9B95A86D1383}" type="pres">
      <dgm:prSet presAssocID="{C3CEA1B4-565D-4E0D-9DC3-70B43B67160D}" presName="spacer" presStyleCnt="0"/>
      <dgm:spPr/>
    </dgm:pt>
    <dgm:pt modelId="{C03E0384-AD1A-4642-B6B2-6443E03EFD7C}" type="pres">
      <dgm:prSet presAssocID="{75DED82E-AE86-4F5C-8732-E616963F7AD3}" presName="parentText" presStyleLbl="node1" presStyleIdx="2" presStyleCnt="5">
        <dgm:presLayoutVars>
          <dgm:chMax val="0"/>
          <dgm:bulletEnabled val="1"/>
        </dgm:presLayoutVars>
      </dgm:prSet>
      <dgm:spPr/>
    </dgm:pt>
    <dgm:pt modelId="{DEF34BC1-F197-438E-82E7-B867F7C4EAAE}" type="pres">
      <dgm:prSet presAssocID="{CDF5FE29-E7BF-4F9B-9054-26A732E369F0}" presName="spacer" presStyleCnt="0"/>
      <dgm:spPr/>
    </dgm:pt>
    <dgm:pt modelId="{BDA07B9D-49B1-4CFB-8375-BEE27CB11DF5}" type="pres">
      <dgm:prSet presAssocID="{891FB538-489F-400C-BD94-06C754A40B3D}" presName="parentText" presStyleLbl="node1" presStyleIdx="3" presStyleCnt="5">
        <dgm:presLayoutVars>
          <dgm:chMax val="0"/>
          <dgm:bulletEnabled val="1"/>
        </dgm:presLayoutVars>
      </dgm:prSet>
      <dgm:spPr/>
    </dgm:pt>
    <dgm:pt modelId="{8EE12038-4FD6-498D-AA75-580FBB7C881D}" type="pres">
      <dgm:prSet presAssocID="{10DA75BD-2CE1-4D9C-8B6B-6A9BB82415EC}" presName="spacer" presStyleCnt="0"/>
      <dgm:spPr/>
    </dgm:pt>
    <dgm:pt modelId="{ACF5253D-6F83-46AA-8735-CCC283C460AE}" type="pres">
      <dgm:prSet presAssocID="{17DC6B00-14D0-4D81-905C-D18BE3724BD0}" presName="parentText" presStyleLbl="node1" presStyleIdx="4" presStyleCnt="5">
        <dgm:presLayoutVars>
          <dgm:chMax val="0"/>
          <dgm:bulletEnabled val="1"/>
        </dgm:presLayoutVars>
      </dgm:prSet>
      <dgm:spPr/>
    </dgm:pt>
  </dgm:ptLst>
  <dgm:cxnLst>
    <dgm:cxn modelId="{FA560C02-F11B-464F-BBBD-78C7A488E20C}" type="presOf" srcId="{891FB538-489F-400C-BD94-06C754A40B3D}" destId="{BDA07B9D-49B1-4CFB-8375-BEE27CB11DF5}" srcOrd="0" destOrd="0" presId="urn:microsoft.com/office/officeart/2005/8/layout/vList2"/>
    <dgm:cxn modelId="{81350903-A809-4774-B9AD-9D954F1D4EFD}" srcId="{1E0B583D-BB5F-4374-B5D8-C63748347604}" destId="{39694DBB-BA59-43C6-8BD0-7FFCF9476910}" srcOrd="1" destOrd="0" parTransId="{E0C4520F-B09D-4B6E-94D5-3BDC7D933B2C}" sibTransId="{C3CEA1B4-565D-4E0D-9DC3-70B43B67160D}"/>
    <dgm:cxn modelId="{875D0306-8E7C-4642-B8FC-43624254C7EE}" srcId="{1E0B583D-BB5F-4374-B5D8-C63748347604}" destId="{17DC6B00-14D0-4D81-905C-D18BE3724BD0}" srcOrd="4" destOrd="0" parTransId="{87C41255-C1F7-4672-9B7F-D113A06AAB6B}" sibTransId="{8C14CACA-2C81-4A81-898C-14CA0276EBFC}"/>
    <dgm:cxn modelId="{5E526518-4794-4539-A11E-EC8549591D38}" type="presOf" srcId="{39694DBB-BA59-43C6-8BD0-7FFCF9476910}" destId="{75568C9E-ADEE-496E-9BFB-ACF215DDAF41}" srcOrd="0" destOrd="0" presId="urn:microsoft.com/office/officeart/2005/8/layout/vList2"/>
    <dgm:cxn modelId="{51EFB422-5151-415B-A8B3-670E403B7C3F}" srcId="{1E0B583D-BB5F-4374-B5D8-C63748347604}" destId="{75DED82E-AE86-4F5C-8732-E616963F7AD3}" srcOrd="2" destOrd="0" parTransId="{1053BFDD-F0FD-45E1-881D-ED6D15865A1C}" sibTransId="{CDF5FE29-E7BF-4F9B-9054-26A732E369F0}"/>
    <dgm:cxn modelId="{C9D27437-8A80-4837-9331-D8B48235DC14}" srcId="{1E0B583D-BB5F-4374-B5D8-C63748347604}" destId="{891FB538-489F-400C-BD94-06C754A40B3D}" srcOrd="3" destOrd="0" parTransId="{8F6788B8-DFA5-472F-AE05-75DA0BAC361F}" sibTransId="{10DA75BD-2CE1-4D9C-8B6B-6A9BB82415EC}"/>
    <dgm:cxn modelId="{8F950A78-7EEF-4B8F-98F3-F57900B890E4}" type="presOf" srcId="{75DED82E-AE86-4F5C-8732-E616963F7AD3}" destId="{C03E0384-AD1A-4642-B6B2-6443E03EFD7C}" srcOrd="0" destOrd="0" presId="urn:microsoft.com/office/officeart/2005/8/layout/vList2"/>
    <dgm:cxn modelId="{664B3F9B-C23E-4F02-9AE4-229F7DEED703}" srcId="{1E0B583D-BB5F-4374-B5D8-C63748347604}" destId="{383B10A2-1539-4890-8C4C-36CDF3CC6573}" srcOrd="0" destOrd="0" parTransId="{12FEE2DA-A170-4839-9A70-7EFF4408B571}" sibTransId="{43926F29-231B-487D-B11C-0DC5763243C9}"/>
    <dgm:cxn modelId="{B6FFD5C9-5FE0-4024-9E23-4E27DF1553A0}" type="presOf" srcId="{383B10A2-1539-4890-8C4C-36CDF3CC6573}" destId="{890EDDE3-ADC8-4A8A-85D7-78AEEE6F5A08}" srcOrd="0" destOrd="0" presId="urn:microsoft.com/office/officeart/2005/8/layout/vList2"/>
    <dgm:cxn modelId="{2D3C4AE4-EC87-4337-B628-E0EDD0E1D497}" type="presOf" srcId="{1E0B583D-BB5F-4374-B5D8-C63748347604}" destId="{DB2DE432-4A4F-4813-8ED7-2C39647A0E16}" srcOrd="0" destOrd="0" presId="urn:microsoft.com/office/officeart/2005/8/layout/vList2"/>
    <dgm:cxn modelId="{4F615DFC-EF0F-4288-8AB4-7B3263473BBB}" type="presOf" srcId="{17DC6B00-14D0-4D81-905C-D18BE3724BD0}" destId="{ACF5253D-6F83-46AA-8735-CCC283C460AE}" srcOrd="0" destOrd="0" presId="urn:microsoft.com/office/officeart/2005/8/layout/vList2"/>
    <dgm:cxn modelId="{5E0BEE15-3A65-418A-B104-016E8043D7C1}" type="presParOf" srcId="{DB2DE432-4A4F-4813-8ED7-2C39647A0E16}" destId="{890EDDE3-ADC8-4A8A-85D7-78AEEE6F5A08}" srcOrd="0" destOrd="0" presId="urn:microsoft.com/office/officeart/2005/8/layout/vList2"/>
    <dgm:cxn modelId="{C053DD04-AC76-4EB6-87FE-CA307682C299}" type="presParOf" srcId="{DB2DE432-4A4F-4813-8ED7-2C39647A0E16}" destId="{6BB9218C-1390-4AC8-9866-AFE4D101149C}" srcOrd="1" destOrd="0" presId="urn:microsoft.com/office/officeart/2005/8/layout/vList2"/>
    <dgm:cxn modelId="{C1231971-A44D-473C-9166-446BFAE9F713}" type="presParOf" srcId="{DB2DE432-4A4F-4813-8ED7-2C39647A0E16}" destId="{75568C9E-ADEE-496E-9BFB-ACF215DDAF41}" srcOrd="2" destOrd="0" presId="urn:microsoft.com/office/officeart/2005/8/layout/vList2"/>
    <dgm:cxn modelId="{0E1ED25D-FD74-4B42-AA64-5641BA21E5EB}" type="presParOf" srcId="{DB2DE432-4A4F-4813-8ED7-2C39647A0E16}" destId="{1E48B2D5-6A8C-41D9-A99F-9B95A86D1383}" srcOrd="3" destOrd="0" presId="urn:microsoft.com/office/officeart/2005/8/layout/vList2"/>
    <dgm:cxn modelId="{96D4365B-9754-4BF7-B319-4066B923FF71}" type="presParOf" srcId="{DB2DE432-4A4F-4813-8ED7-2C39647A0E16}" destId="{C03E0384-AD1A-4642-B6B2-6443E03EFD7C}" srcOrd="4" destOrd="0" presId="urn:microsoft.com/office/officeart/2005/8/layout/vList2"/>
    <dgm:cxn modelId="{30C68499-1D2E-46D6-8A02-CB0AFBDFFAB6}" type="presParOf" srcId="{DB2DE432-4A4F-4813-8ED7-2C39647A0E16}" destId="{DEF34BC1-F197-438E-82E7-B867F7C4EAAE}" srcOrd="5" destOrd="0" presId="urn:microsoft.com/office/officeart/2005/8/layout/vList2"/>
    <dgm:cxn modelId="{CF5B1CC5-BA59-447C-BA02-3AB4B6CDC23A}" type="presParOf" srcId="{DB2DE432-4A4F-4813-8ED7-2C39647A0E16}" destId="{BDA07B9D-49B1-4CFB-8375-BEE27CB11DF5}" srcOrd="6" destOrd="0" presId="urn:microsoft.com/office/officeart/2005/8/layout/vList2"/>
    <dgm:cxn modelId="{998CE0DF-36B4-41F9-9C14-FBE98A85ACFB}" type="presParOf" srcId="{DB2DE432-4A4F-4813-8ED7-2C39647A0E16}" destId="{8EE12038-4FD6-498D-AA75-580FBB7C881D}" srcOrd="7" destOrd="0" presId="urn:microsoft.com/office/officeart/2005/8/layout/vList2"/>
    <dgm:cxn modelId="{B90476A9-64B3-4CF7-B936-787DE395D39F}" type="presParOf" srcId="{DB2DE432-4A4F-4813-8ED7-2C39647A0E16}" destId="{ACF5253D-6F83-46AA-8735-CCC283C460AE}"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C2437A9-EDC2-47DE-9B7E-737BCB92390F}" type="doc">
      <dgm:prSet loTypeId="urn:microsoft.com/office/officeart/2005/8/layout/matrix3" loCatId="matrix" qsTypeId="urn:microsoft.com/office/officeart/2005/8/quickstyle/simple1" qsCatId="simple" csTypeId="urn:microsoft.com/office/officeart/2005/8/colors/accent0_3" csCatId="mainScheme"/>
      <dgm:spPr/>
      <dgm:t>
        <a:bodyPr/>
        <a:lstStyle/>
        <a:p>
          <a:endParaRPr lang="en-US"/>
        </a:p>
      </dgm:t>
    </dgm:pt>
    <dgm:pt modelId="{6F17DB16-1869-466E-86AC-69F7F378D54A}">
      <dgm:prSet/>
      <dgm:spPr/>
      <dgm:t>
        <a:bodyPr/>
        <a:lstStyle/>
        <a:p>
          <a:r>
            <a:rPr lang="en-US" b="1"/>
            <a:t>Controversial laws of 1860</a:t>
          </a:r>
          <a:br>
            <a:rPr lang="en-US"/>
          </a:br>
          <a:endParaRPr lang="en-US"/>
        </a:p>
      </dgm:t>
    </dgm:pt>
    <dgm:pt modelId="{2FB21D5C-574A-40D4-88EB-DAF55A75CE78}" type="parTrans" cxnId="{A9CC2C57-4E47-4532-B861-0D3F6F0E40C0}">
      <dgm:prSet/>
      <dgm:spPr/>
      <dgm:t>
        <a:bodyPr/>
        <a:lstStyle/>
        <a:p>
          <a:endParaRPr lang="en-US"/>
        </a:p>
      </dgm:t>
    </dgm:pt>
    <dgm:pt modelId="{35CEBD75-9A9A-4101-A792-60074949D1F0}" type="sibTrans" cxnId="{A9CC2C57-4E47-4532-B861-0D3F6F0E40C0}">
      <dgm:prSet/>
      <dgm:spPr/>
      <dgm:t>
        <a:bodyPr/>
        <a:lstStyle/>
        <a:p>
          <a:endParaRPr lang="en-US"/>
        </a:p>
      </dgm:t>
    </dgm:pt>
    <dgm:pt modelId="{07F028F6-3BCE-4DC5-BF84-3A05063359D5}">
      <dgm:prSet/>
      <dgm:spPr/>
      <dgm:t>
        <a:bodyPr/>
        <a:lstStyle/>
        <a:p>
          <a:r>
            <a:rPr lang="en-US"/>
            <a:t>Section 295 and 298 were introduced</a:t>
          </a:r>
        </a:p>
      </dgm:t>
    </dgm:pt>
    <dgm:pt modelId="{60C0D206-5F0A-4C63-AD15-44063AEDA9E3}" type="parTrans" cxnId="{97BBA862-6689-4D0F-996A-37F114F94902}">
      <dgm:prSet/>
      <dgm:spPr/>
      <dgm:t>
        <a:bodyPr/>
        <a:lstStyle/>
        <a:p>
          <a:endParaRPr lang="en-US"/>
        </a:p>
      </dgm:t>
    </dgm:pt>
    <dgm:pt modelId="{DCD9F6E7-3606-4B37-A198-B08EC4C62921}" type="sibTrans" cxnId="{97BBA862-6689-4D0F-996A-37F114F94902}">
      <dgm:prSet/>
      <dgm:spPr/>
      <dgm:t>
        <a:bodyPr/>
        <a:lstStyle/>
        <a:p>
          <a:endParaRPr lang="en-US"/>
        </a:p>
      </dgm:t>
    </dgm:pt>
    <dgm:pt modelId="{666726CF-DD0A-4563-87F3-3C0941045709}">
      <dgm:prSet/>
      <dgm:spPr/>
      <dgm:t>
        <a:bodyPr/>
        <a:lstStyle/>
        <a:p>
          <a:r>
            <a:rPr lang="en-US" b="1"/>
            <a:t>Mahase Rajpal case 1927</a:t>
          </a:r>
          <a:endParaRPr lang="en-US"/>
        </a:p>
      </dgm:t>
    </dgm:pt>
    <dgm:pt modelId="{C40DA4ED-61F8-48D7-BAE9-33FE1F587EE7}" type="parTrans" cxnId="{7CBE63B0-F993-4DBF-ADDA-8FB0825D751E}">
      <dgm:prSet/>
      <dgm:spPr/>
      <dgm:t>
        <a:bodyPr/>
        <a:lstStyle/>
        <a:p>
          <a:endParaRPr lang="en-US"/>
        </a:p>
      </dgm:t>
    </dgm:pt>
    <dgm:pt modelId="{CFE7CDA8-F841-4BFE-966E-E59D41948915}" type="sibTrans" cxnId="{7CBE63B0-F993-4DBF-ADDA-8FB0825D751E}">
      <dgm:prSet/>
      <dgm:spPr/>
      <dgm:t>
        <a:bodyPr/>
        <a:lstStyle/>
        <a:p>
          <a:endParaRPr lang="en-US"/>
        </a:p>
      </dgm:t>
    </dgm:pt>
    <dgm:pt modelId="{2B6B4C12-792E-449A-9D9D-C7928DB47F8D}">
      <dgm:prSet/>
      <dgm:spPr/>
      <dgm:t>
        <a:bodyPr/>
        <a:lstStyle/>
        <a:p>
          <a:r>
            <a:rPr lang="en-US"/>
            <a:t>He was murdered by Ilm-ud-din, a man seeking revenge for the perceived insult</a:t>
          </a:r>
        </a:p>
      </dgm:t>
    </dgm:pt>
    <dgm:pt modelId="{CC9B1C1D-7482-4962-97AB-D34D0B871353}" type="parTrans" cxnId="{97C7C488-C06F-4F1F-98BB-394D2E477ACD}">
      <dgm:prSet/>
      <dgm:spPr/>
      <dgm:t>
        <a:bodyPr/>
        <a:lstStyle/>
        <a:p>
          <a:endParaRPr lang="en-US"/>
        </a:p>
      </dgm:t>
    </dgm:pt>
    <dgm:pt modelId="{83B102B7-5B75-4C29-8FE2-8FD22B966947}" type="sibTrans" cxnId="{97C7C488-C06F-4F1F-98BB-394D2E477ACD}">
      <dgm:prSet/>
      <dgm:spPr/>
      <dgm:t>
        <a:bodyPr/>
        <a:lstStyle/>
        <a:p>
          <a:endParaRPr lang="en-US"/>
        </a:p>
      </dgm:t>
    </dgm:pt>
    <dgm:pt modelId="{1F2A74DC-880C-4D2A-ACD0-EC42EF4BC78C}" type="pres">
      <dgm:prSet presAssocID="{EC2437A9-EDC2-47DE-9B7E-737BCB92390F}" presName="matrix" presStyleCnt="0">
        <dgm:presLayoutVars>
          <dgm:chMax val="1"/>
          <dgm:dir/>
          <dgm:resizeHandles val="exact"/>
        </dgm:presLayoutVars>
      </dgm:prSet>
      <dgm:spPr/>
    </dgm:pt>
    <dgm:pt modelId="{10E8FA92-8E09-4E73-8AE0-8CA96B2FA26A}" type="pres">
      <dgm:prSet presAssocID="{EC2437A9-EDC2-47DE-9B7E-737BCB92390F}" presName="diamond" presStyleLbl="bgShp" presStyleIdx="0" presStyleCnt="1"/>
      <dgm:spPr/>
    </dgm:pt>
    <dgm:pt modelId="{84A14563-10E4-484C-9F6B-4745D159E004}" type="pres">
      <dgm:prSet presAssocID="{EC2437A9-EDC2-47DE-9B7E-737BCB92390F}" presName="quad1" presStyleLbl="node1" presStyleIdx="0" presStyleCnt="4">
        <dgm:presLayoutVars>
          <dgm:chMax val="0"/>
          <dgm:chPref val="0"/>
          <dgm:bulletEnabled val="1"/>
        </dgm:presLayoutVars>
      </dgm:prSet>
      <dgm:spPr/>
    </dgm:pt>
    <dgm:pt modelId="{2A6DDE7E-D9FC-4B2E-92A2-60D257E659FB}" type="pres">
      <dgm:prSet presAssocID="{EC2437A9-EDC2-47DE-9B7E-737BCB92390F}" presName="quad2" presStyleLbl="node1" presStyleIdx="1" presStyleCnt="4">
        <dgm:presLayoutVars>
          <dgm:chMax val="0"/>
          <dgm:chPref val="0"/>
          <dgm:bulletEnabled val="1"/>
        </dgm:presLayoutVars>
      </dgm:prSet>
      <dgm:spPr/>
    </dgm:pt>
    <dgm:pt modelId="{5BA07534-D590-4FF5-9D0C-0BBFA6AB5C1C}" type="pres">
      <dgm:prSet presAssocID="{EC2437A9-EDC2-47DE-9B7E-737BCB92390F}" presName="quad3" presStyleLbl="node1" presStyleIdx="2" presStyleCnt="4">
        <dgm:presLayoutVars>
          <dgm:chMax val="0"/>
          <dgm:chPref val="0"/>
          <dgm:bulletEnabled val="1"/>
        </dgm:presLayoutVars>
      </dgm:prSet>
      <dgm:spPr/>
    </dgm:pt>
    <dgm:pt modelId="{B5819E67-2A07-40B0-BEA6-C0244C04535E}" type="pres">
      <dgm:prSet presAssocID="{EC2437A9-EDC2-47DE-9B7E-737BCB92390F}" presName="quad4" presStyleLbl="node1" presStyleIdx="3" presStyleCnt="4">
        <dgm:presLayoutVars>
          <dgm:chMax val="0"/>
          <dgm:chPref val="0"/>
          <dgm:bulletEnabled val="1"/>
        </dgm:presLayoutVars>
      </dgm:prSet>
      <dgm:spPr/>
    </dgm:pt>
  </dgm:ptLst>
  <dgm:cxnLst>
    <dgm:cxn modelId="{4FA40108-62CA-4DCC-9679-1711DEE86B72}" type="presOf" srcId="{2B6B4C12-792E-449A-9D9D-C7928DB47F8D}" destId="{B5819E67-2A07-40B0-BEA6-C0244C04535E}" srcOrd="0" destOrd="0" presId="urn:microsoft.com/office/officeart/2005/8/layout/matrix3"/>
    <dgm:cxn modelId="{F601C00B-8B4A-44CB-B2F5-24B69C42618D}" type="presOf" srcId="{666726CF-DD0A-4563-87F3-3C0941045709}" destId="{5BA07534-D590-4FF5-9D0C-0BBFA6AB5C1C}" srcOrd="0" destOrd="0" presId="urn:microsoft.com/office/officeart/2005/8/layout/matrix3"/>
    <dgm:cxn modelId="{3BB99D60-7163-4A9F-8322-AC90D8182034}" type="presOf" srcId="{6F17DB16-1869-466E-86AC-69F7F378D54A}" destId="{84A14563-10E4-484C-9F6B-4745D159E004}" srcOrd="0" destOrd="0" presId="urn:microsoft.com/office/officeart/2005/8/layout/matrix3"/>
    <dgm:cxn modelId="{97BBA862-6689-4D0F-996A-37F114F94902}" srcId="{EC2437A9-EDC2-47DE-9B7E-737BCB92390F}" destId="{07F028F6-3BCE-4DC5-BF84-3A05063359D5}" srcOrd="1" destOrd="0" parTransId="{60C0D206-5F0A-4C63-AD15-44063AEDA9E3}" sibTransId="{DCD9F6E7-3606-4B37-A198-B08EC4C62921}"/>
    <dgm:cxn modelId="{2FDF1752-D288-4686-ADF9-5FAF2D61B76D}" type="presOf" srcId="{EC2437A9-EDC2-47DE-9B7E-737BCB92390F}" destId="{1F2A74DC-880C-4D2A-ACD0-EC42EF4BC78C}" srcOrd="0" destOrd="0" presId="urn:microsoft.com/office/officeart/2005/8/layout/matrix3"/>
    <dgm:cxn modelId="{A9CC2C57-4E47-4532-B861-0D3F6F0E40C0}" srcId="{EC2437A9-EDC2-47DE-9B7E-737BCB92390F}" destId="{6F17DB16-1869-466E-86AC-69F7F378D54A}" srcOrd="0" destOrd="0" parTransId="{2FB21D5C-574A-40D4-88EB-DAF55A75CE78}" sibTransId="{35CEBD75-9A9A-4101-A792-60074949D1F0}"/>
    <dgm:cxn modelId="{97C7C488-C06F-4F1F-98BB-394D2E477ACD}" srcId="{EC2437A9-EDC2-47DE-9B7E-737BCB92390F}" destId="{2B6B4C12-792E-449A-9D9D-C7928DB47F8D}" srcOrd="3" destOrd="0" parTransId="{CC9B1C1D-7482-4962-97AB-D34D0B871353}" sibTransId="{83B102B7-5B75-4C29-8FE2-8FD22B966947}"/>
    <dgm:cxn modelId="{109E25A8-FC19-4AAB-AD2D-012E8CD7AABB}" type="presOf" srcId="{07F028F6-3BCE-4DC5-BF84-3A05063359D5}" destId="{2A6DDE7E-D9FC-4B2E-92A2-60D257E659FB}" srcOrd="0" destOrd="0" presId="urn:microsoft.com/office/officeart/2005/8/layout/matrix3"/>
    <dgm:cxn modelId="{7CBE63B0-F993-4DBF-ADDA-8FB0825D751E}" srcId="{EC2437A9-EDC2-47DE-9B7E-737BCB92390F}" destId="{666726CF-DD0A-4563-87F3-3C0941045709}" srcOrd="2" destOrd="0" parTransId="{C40DA4ED-61F8-48D7-BAE9-33FE1F587EE7}" sibTransId="{CFE7CDA8-F841-4BFE-966E-E59D41948915}"/>
    <dgm:cxn modelId="{2E00403F-3DF9-49B5-A681-F45F0F93EB8B}" type="presParOf" srcId="{1F2A74DC-880C-4D2A-ACD0-EC42EF4BC78C}" destId="{10E8FA92-8E09-4E73-8AE0-8CA96B2FA26A}" srcOrd="0" destOrd="0" presId="urn:microsoft.com/office/officeart/2005/8/layout/matrix3"/>
    <dgm:cxn modelId="{CA2EF965-BE2F-4D74-8192-754F3926D327}" type="presParOf" srcId="{1F2A74DC-880C-4D2A-ACD0-EC42EF4BC78C}" destId="{84A14563-10E4-484C-9F6B-4745D159E004}" srcOrd="1" destOrd="0" presId="urn:microsoft.com/office/officeart/2005/8/layout/matrix3"/>
    <dgm:cxn modelId="{5D22AFAD-53BF-42EC-A3CB-D75268153B3E}" type="presParOf" srcId="{1F2A74DC-880C-4D2A-ACD0-EC42EF4BC78C}" destId="{2A6DDE7E-D9FC-4B2E-92A2-60D257E659FB}" srcOrd="2" destOrd="0" presId="urn:microsoft.com/office/officeart/2005/8/layout/matrix3"/>
    <dgm:cxn modelId="{3C2CB44C-ECFC-42E6-B345-5875F3EAE78B}" type="presParOf" srcId="{1F2A74DC-880C-4D2A-ACD0-EC42EF4BC78C}" destId="{5BA07534-D590-4FF5-9D0C-0BBFA6AB5C1C}" srcOrd="3" destOrd="0" presId="urn:microsoft.com/office/officeart/2005/8/layout/matrix3"/>
    <dgm:cxn modelId="{1EFDAE9E-F56B-4068-9BB1-D2662D052E41}" type="presParOf" srcId="{1F2A74DC-880C-4D2A-ACD0-EC42EF4BC78C}" destId="{B5819E67-2A07-40B0-BEA6-C0244C04535E}"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18E6EB3-EABB-464C-9DBB-E33302D0A45C}" type="doc">
      <dgm:prSet loTypeId="urn:microsoft.com/office/officeart/2005/8/layout/process4" loCatId="process" qsTypeId="urn:microsoft.com/office/officeart/2005/8/quickstyle/simple1" qsCatId="simple" csTypeId="urn:microsoft.com/office/officeart/2005/8/colors/accent0_3" csCatId="mainScheme"/>
      <dgm:spPr/>
      <dgm:t>
        <a:bodyPr/>
        <a:lstStyle/>
        <a:p>
          <a:endParaRPr lang="en-US"/>
        </a:p>
      </dgm:t>
    </dgm:pt>
    <dgm:pt modelId="{AED09AFD-469E-4D7C-8112-3A508B182E31}">
      <dgm:prSet/>
      <dgm:spPr/>
      <dgm:t>
        <a:bodyPr/>
        <a:lstStyle/>
        <a:p>
          <a:r>
            <a:rPr lang="en-US"/>
            <a:t>Prophet Muhammad (PBUH) is not just a spiritual guide but the embodiment of excellence. </a:t>
          </a:r>
        </a:p>
      </dgm:t>
    </dgm:pt>
    <dgm:pt modelId="{F87BD4B4-83D9-4D24-AAC8-1FB0E687BA36}" type="parTrans" cxnId="{48ED78D8-9859-47DA-83B8-23DB1599A6C8}">
      <dgm:prSet/>
      <dgm:spPr/>
      <dgm:t>
        <a:bodyPr/>
        <a:lstStyle/>
        <a:p>
          <a:endParaRPr lang="en-US"/>
        </a:p>
      </dgm:t>
    </dgm:pt>
    <dgm:pt modelId="{5A9642B5-B31A-4FA4-A10A-228672DC86FF}" type="sibTrans" cxnId="{48ED78D8-9859-47DA-83B8-23DB1599A6C8}">
      <dgm:prSet/>
      <dgm:spPr/>
      <dgm:t>
        <a:bodyPr/>
        <a:lstStyle/>
        <a:p>
          <a:endParaRPr lang="en-US"/>
        </a:p>
      </dgm:t>
    </dgm:pt>
    <dgm:pt modelId="{46CC395E-804A-4C1F-9A4B-6D77D795DF31}">
      <dgm:prSet/>
      <dgm:spPr/>
      <dgm:t>
        <a:bodyPr/>
        <a:lstStyle/>
        <a:p>
          <a:r>
            <a:rPr lang="en-US"/>
            <a:t>Quran explicitly states in </a:t>
          </a:r>
          <a:r>
            <a:rPr lang="en-US" b="1"/>
            <a:t>Surah Al-Ahzab (33:6)</a:t>
          </a:r>
          <a:r>
            <a:rPr lang="en-US"/>
            <a:t> that the Prophet is "</a:t>
          </a:r>
          <a:r>
            <a:rPr lang="en-US" b="1"/>
            <a:t>dearer to the believers than their own selves</a:t>
          </a:r>
          <a:r>
            <a:rPr lang="en-US"/>
            <a:t>"</a:t>
          </a:r>
        </a:p>
      </dgm:t>
    </dgm:pt>
    <dgm:pt modelId="{B157E82D-A8F3-4F4E-AF8E-C813202268BD}" type="parTrans" cxnId="{7F2CC996-947D-49B1-AA56-36D495320478}">
      <dgm:prSet/>
      <dgm:spPr/>
      <dgm:t>
        <a:bodyPr/>
        <a:lstStyle/>
        <a:p>
          <a:endParaRPr lang="en-US"/>
        </a:p>
      </dgm:t>
    </dgm:pt>
    <dgm:pt modelId="{57DEAE6C-77E0-4954-A854-491CB3579E8A}" type="sibTrans" cxnId="{7F2CC996-947D-49B1-AA56-36D495320478}">
      <dgm:prSet/>
      <dgm:spPr/>
      <dgm:t>
        <a:bodyPr/>
        <a:lstStyle/>
        <a:p>
          <a:endParaRPr lang="en-US"/>
        </a:p>
      </dgm:t>
    </dgm:pt>
    <dgm:pt modelId="{B9413B10-6314-4E38-A552-40E74A0933DD}">
      <dgm:prSet/>
      <dgm:spPr/>
      <dgm:t>
        <a:bodyPr/>
        <a:lstStyle/>
        <a:p>
          <a:r>
            <a:rPr lang="en-US"/>
            <a:t>Offensive acts like </a:t>
          </a:r>
          <a:r>
            <a:rPr lang="en-US" i="1"/>
            <a:t>The Satanic Verses</a:t>
          </a:r>
          <a:r>
            <a:rPr lang="en-US"/>
            <a:t> by Salman Rushdie and cartoons of Prophet Muhammad (PBUH) in </a:t>
          </a:r>
          <a:r>
            <a:rPr lang="en-US" i="1"/>
            <a:t>Charlie Hebdo</a:t>
          </a:r>
          <a:r>
            <a:rPr lang="en-US"/>
            <a:t>  can be prevented</a:t>
          </a:r>
        </a:p>
      </dgm:t>
    </dgm:pt>
    <dgm:pt modelId="{724D4374-4894-40CC-BE67-FAD30AB975D4}" type="parTrans" cxnId="{8508E036-33B8-412B-B549-3427AB8F7C42}">
      <dgm:prSet/>
      <dgm:spPr/>
      <dgm:t>
        <a:bodyPr/>
        <a:lstStyle/>
        <a:p>
          <a:endParaRPr lang="en-US"/>
        </a:p>
      </dgm:t>
    </dgm:pt>
    <dgm:pt modelId="{42A21C60-D81F-4907-A945-3A53310114EC}" type="sibTrans" cxnId="{8508E036-33B8-412B-B549-3427AB8F7C42}">
      <dgm:prSet/>
      <dgm:spPr/>
      <dgm:t>
        <a:bodyPr/>
        <a:lstStyle/>
        <a:p>
          <a:endParaRPr lang="en-US"/>
        </a:p>
      </dgm:t>
    </dgm:pt>
    <dgm:pt modelId="{141E20F4-1DDF-4F51-8956-1FAEE86227C4}" type="pres">
      <dgm:prSet presAssocID="{918E6EB3-EABB-464C-9DBB-E33302D0A45C}" presName="Name0" presStyleCnt="0">
        <dgm:presLayoutVars>
          <dgm:dir/>
          <dgm:animLvl val="lvl"/>
          <dgm:resizeHandles val="exact"/>
        </dgm:presLayoutVars>
      </dgm:prSet>
      <dgm:spPr/>
    </dgm:pt>
    <dgm:pt modelId="{78A9356F-B82D-4F57-B45F-68AF6ACE8021}" type="pres">
      <dgm:prSet presAssocID="{B9413B10-6314-4E38-A552-40E74A0933DD}" presName="boxAndChildren" presStyleCnt="0"/>
      <dgm:spPr/>
    </dgm:pt>
    <dgm:pt modelId="{11A4DBFC-3E64-4156-A7B8-196986C21AED}" type="pres">
      <dgm:prSet presAssocID="{B9413B10-6314-4E38-A552-40E74A0933DD}" presName="parentTextBox" presStyleLbl="node1" presStyleIdx="0" presStyleCnt="3"/>
      <dgm:spPr/>
    </dgm:pt>
    <dgm:pt modelId="{13AE4ED8-D2E1-4D52-8175-9E58FB225378}" type="pres">
      <dgm:prSet presAssocID="{57DEAE6C-77E0-4954-A854-491CB3579E8A}" presName="sp" presStyleCnt="0"/>
      <dgm:spPr/>
    </dgm:pt>
    <dgm:pt modelId="{BE868AA1-87C8-47A3-998A-1823BF1E6587}" type="pres">
      <dgm:prSet presAssocID="{46CC395E-804A-4C1F-9A4B-6D77D795DF31}" presName="arrowAndChildren" presStyleCnt="0"/>
      <dgm:spPr/>
    </dgm:pt>
    <dgm:pt modelId="{1B292B64-8467-4264-B30F-B77FD21A3B67}" type="pres">
      <dgm:prSet presAssocID="{46CC395E-804A-4C1F-9A4B-6D77D795DF31}" presName="parentTextArrow" presStyleLbl="node1" presStyleIdx="1" presStyleCnt="3"/>
      <dgm:spPr/>
    </dgm:pt>
    <dgm:pt modelId="{C06D7B9A-6381-46D4-BF10-BA27C8669864}" type="pres">
      <dgm:prSet presAssocID="{5A9642B5-B31A-4FA4-A10A-228672DC86FF}" presName="sp" presStyleCnt="0"/>
      <dgm:spPr/>
    </dgm:pt>
    <dgm:pt modelId="{A33FDD3C-364F-4216-8754-1D4CAF1160F4}" type="pres">
      <dgm:prSet presAssocID="{AED09AFD-469E-4D7C-8112-3A508B182E31}" presName="arrowAndChildren" presStyleCnt="0"/>
      <dgm:spPr/>
    </dgm:pt>
    <dgm:pt modelId="{C35F4942-FF01-4046-8762-92458CE69178}" type="pres">
      <dgm:prSet presAssocID="{AED09AFD-469E-4D7C-8112-3A508B182E31}" presName="parentTextArrow" presStyleLbl="node1" presStyleIdx="2" presStyleCnt="3"/>
      <dgm:spPr/>
    </dgm:pt>
  </dgm:ptLst>
  <dgm:cxnLst>
    <dgm:cxn modelId="{8508E036-33B8-412B-B549-3427AB8F7C42}" srcId="{918E6EB3-EABB-464C-9DBB-E33302D0A45C}" destId="{B9413B10-6314-4E38-A552-40E74A0933DD}" srcOrd="2" destOrd="0" parTransId="{724D4374-4894-40CC-BE67-FAD30AB975D4}" sibTransId="{42A21C60-D81F-4907-A945-3A53310114EC}"/>
    <dgm:cxn modelId="{F8540F3A-7354-4190-BF2A-5284980641B2}" type="presOf" srcId="{918E6EB3-EABB-464C-9DBB-E33302D0A45C}" destId="{141E20F4-1DDF-4F51-8956-1FAEE86227C4}" srcOrd="0" destOrd="0" presId="urn:microsoft.com/office/officeart/2005/8/layout/process4"/>
    <dgm:cxn modelId="{78AD4472-925E-41F2-8D09-4C5B7EDFF6F5}" type="presOf" srcId="{B9413B10-6314-4E38-A552-40E74A0933DD}" destId="{11A4DBFC-3E64-4156-A7B8-196986C21AED}" srcOrd="0" destOrd="0" presId="urn:microsoft.com/office/officeart/2005/8/layout/process4"/>
    <dgm:cxn modelId="{7F2CC996-947D-49B1-AA56-36D495320478}" srcId="{918E6EB3-EABB-464C-9DBB-E33302D0A45C}" destId="{46CC395E-804A-4C1F-9A4B-6D77D795DF31}" srcOrd="1" destOrd="0" parTransId="{B157E82D-A8F3-4F4E-AF8E-C813202268BD}" sibTransId="{57DEAE6C-77E0-4954-A854-491CB3579E8A}"/>
    <dgm:cxn modelId="{8F3CB5A7-09A9-4D70-90F0-AB7632958B48}" type="presOf" srcId="{46CC395E-804A-4C1F-9A4B-6D77D795DF31}" destId="{1B292B64-8467-4264-B30F-B77FD21A3B67}" srcOrd="0" destOrd="0" presId="urn:microsoft.com/office/officeart/2005/8/layout/process4"/>
    <dgm:cxn modelId="{D44736AA-A5C8-4B6A-B27B-00068AF1A2C7}" type="presOf" srcId="{AED09AFD-469E-4D7C-8112-3A508B182E31}" destId="{C35F4942-FF01-4046-8762-92458CE69178}" srcOrd="0" destOrd="0" presId="urn:microsoft.com/office/officeart/2005/8/layout/process4"/>
    <dgm:cxn modelId="{48ED78D8-9859-47DA-83B8-23DB1599A6C8}" srcId="{918E6EB3-EABB-464C-9DBB-E33302D0A45C}" destId="{AED09AFD-469E-4D7C-8112-3A508B182E31}" srcOrd="0" destOrd="0" parTransId="{F87BD4B4-83D9-4D24-AAC8-1FB0E687BA36}" sibTransId="{5A9642B5-B31A-4FA4-A10A-228672DC86FF}"/>
    <dgm:cxn modelId="{A5D7D971-070D-4D90-BC19-B3BB6D1FF890}" type="presParOf" srcId="{141E20F4-1DDF-4F51-8956-1FAEE86227C4}" destId="{78A9356F-B82D-4F57-B45F-68AF6ACE8021}" srcOrd="0" destOrd="0" presId="urn:microsoft.com/office/officeart/2005/8/layout/process4"/>
    <dgm:cxn modelId="{AD422E12-97CB-41B8-95C5-298810D1B74D}" type="presParOf" srcId="{78A9356F-B82D-4F57-B45F-68AF6ACE8021}" destId="{11A4DBFC-3E64-4156-A7B8-196986C21AED}" srcOrd="0" destOrd="0" presId="urn:microsoft.com/office/officeart/2005/8/layout/process4"/>
    <dgm:cxn modelId="{B1824779-0399-4A0B-A20D-86D7CE784411}" type="presParOf" srcId="{141E20F4-1DDF-4F51-8956-1FAEE86227C4}" destId="{13AE4ED8-D2E1-4D52-8175-9E58FB225378}" srcOrd="1" destOrd="0" presId="urn:microsoft.com/office/officeart/2005/8/layout/process4"/>
    <dgm:cxn modelId="{0B88DA0D-C528-41E2-9310-F0F0C5EDBD42}" type="presParOf" srcId="{141E20F4-1DDF-4F51-8956-1FAEE86227C4}" destId="{BE868AA1-87C8-47A3-998A-1823BF1E6587}" srcOrd="2" destOrd="0" presId="urn:microsoft.com/office/officeart/2005/8/layout/process4"/>
    <dgm:cxn modelId="{6D0A9E74-CBD5-41B1-BF55-1ADEC914958E}" type="presParOf" srcId="{BE868AA1-87C8-47A3-998A-1823BF1E6587}" destId="{1B292B64-8467-4264-B30F-B77FD21A3B67}" srcOrd="0" destOrd="0" presId="urn:microsoft.com/office/officeart/2005/8/layout/process4"/>
    <dgm:cxn modelId="{8C24C775-BB71-4EB2-B04C-2CB536F177BE}" type="presParOf" srcId="{141E20F4-1DDF-4F51-8956-1FAEE86227C4}" destId="{C06D7B9A-6381-46D4-BF10-BA27C8669864}" srcOrd="3" destOrd="0" presId="urn:microsoft.com/office/officeart/2005/8/layout/process4"/>
    <dgm:cxn modelId="{86282120-29DD-4DC7-A784-C403478EC4FF}" type="presParOf" srcId="{141E20F4-1DDF-4F51-8956-1FAEE86227C4}" destId="{A33FDD3C-364F-4216-8754-1D4CAF1160F4}" srcOrd="4" destOrd="0" presId="urn:microsoft.com/office/officeart/2005/8/layout/process4"/>
    <dgm:cxn modelId="{E74C16C0-3C0F-440E-8A80-9F81334B194C}" type="presParOf" srcId="{A33FDD3C-364F-4216-8754-1D4CAF1160F4}" destId="{C35F4942-FF01-4046-8762-92458CE69178}" srcOrd="0" destOrd="0" presId="urn:microsoft.com/office/officeart/2005/8/layout/process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6279750-AED3-4488-B2E7-52C790C3B6E1}" type="doc">
      <dgm:prSet loTypeId="urn:microsoft.com/office/officeart/2005/8/layout/hierarchy1" loCatId="hierarchy" qsTypeId="urn:microsoft.com/office/officeart/2005/8/quickstyle/simple1" qsCatId="simple" csTypeId="urn:microsoft.com/office/officeart/2005/8/colors/accent4_2" csCatId="accent4"/>
      <dgm:spPr/>
      <dgm:t>
        <a:bodyPr/>
        <a:lstStyle/>
        <a:p>
          <a:endParaRPr lang="en-US"/>
        </a:p>
      </dgm:t>
    </dgm:pt>
    <dgm:pt modelId="{A20AE18E-453F-4028-B4BB-6877405DAD4E}">
      <dgm:prSet/>
      <dgm:spPr/>
      <dgm:t>
        <a:bodyPr/>
        <a:lstStyle/>
        <a:p>
          <a:r>
            <a:rPr lang="en-US" b="1"/>
            <a:t>Imam Ahmed ibn e hanbal</a:t>
          </a:r>
          <a:endParaRPr lang="en-US"/>
        </a:p>
      </dgm:t>
    </dgm:pt>
    <dgm:pt modelId="{03033362-E470-4037-8392-01DB47AC05CF}" type="parTrans" cxnId="{F8B55D87-9529-417F-A6C4-C21DBB526774}">
      <dgm:prSet/>
      <dgm:spPr/>
      <dgm:t>
        <a:bodyPr/>
        <a:lstStyle/>
        <a:p>
          <a:endParaRPr lang="en-US"/>
        </a:p>
      </dgm:t>
    </dgm:pt>
    <dgm:pt modelId="{A20C5AEB-2203-4DA3-8834-43748C8CAFEB}" type="sibTrans" cxnId="{F8B55D87-9529-417F-A6C4-C21DBB526774}">
      <dgm:prSet/>
      <dgm:spPr/>
      <dgm:t>
        <a:bodyPr/>
        <a:lstStyle/>
        <a:p>
          <a:endParaRPr lang="en-US"/>
        </a:p>
      </dgm:t>
    </dgm:pt>
    <dgm:pt modelId="{4E0D4044-3CA6-4CDF-AFAD-325A7566CE44}">
      <dgm:prSet/>
      <dgm:spPr/>
      <dgm:t>
        <a:bodyPr/>
        <a:lstStyle/>
        <a:p>
          <a:r>
            <a:rPr lang="en-US"/>
            <a:t>Scholars like</a:t>
          </a:r>
          <a:r>
            <a:rPr lang="en-US" b="1"/>
            <a:t> Imam Ahmad bin Hanbal</a:t>
          </a:r>
          <a:r>
            <a:rPr lang="en-US"/>
            <a:t> have supported severe penalties for blasphemy, arguing that it serves as both justice for the crime and a deterrent for others.</a:t>
          </a:r>
        </a:p>
      </dgm:t>
    </dgm:pt>
    <dgm:pt modelId="{F0DDCA56-9B79-41BE-846E-766DF2DE1BF4}" type="parTrans" cxnId="{17E4C59C-8C85-4BBE-B5D7-2DC4CA98614F}">
      <dgm:prSet/>
      <dgm:spPr/>
      <dgm:t>
        <a:bodyPr/>
        <a:lstStyle/>
        <a:p>
          <a:endParaRPr lang="en-US"/>
        </a:p>
      </dgm:t>
    </dgm:pt>
    <dgm:pt modelId="{421EE083-77AC-4799-B924-83736694F7EC}" type="sibTrans" cxnId="{17E4C59C-8C85-4BBE-B5D7-2DC4CA98614F}">
      <dgm:prSet/>
      <dgm:spPr/>
      <dgm:t>
        <a:bodyPr/>
        <a:lstStyle/>
        <a:p>
          <a:endParaRPr lang="en-US"/>
        </a:p>
      </dgm:t>
    </dgm:pt>
    <dgm:pt modelId="{3AF5B9C8-BD78-4830-9A83-F6F1D35A07F2}" type="pres">
      <dgm:prSet presAssocID="{06279750-AED3-4488-B2E7-52C790C3B6E1}" presName="hierChild1" presStyleCnt="0">
        <dgm:presLayoutVars>
          <dgm:chPref val="1"/>
          <dgm:dir/>
          <dgm:animOne val="branch"/>
          <dgm:animLvl val="lvl"/>
          <dgm:resizeHandles/>
        </dgm:presLayoutVars>
      </dgm:prSet>
      <dgm:spPr/>
    </dgm:pt>
    <dgm:pt modelId="{EEE870C2-2B5D-4B89-ACA1-26D5906233B5}" type="pres">
      <dgm:prSet presAssocID="{A20AE18E-453F-4028-B4BB-6877405DAD4E}" presName="hierRoot1" presStyleCnt="0"/>
      <dgm:spPr/>
    </dgm:pt>
    <dgm:pt modelId="{75CE40B9-E6E9-4669-A156-24AD6E4D5118}" type="pres">
      <dgm:prSet presAssocID="{A20AE18E-453F-4028-B4BB-6877405DAD4E}" presName="composite" presStyleCnt="0"/>
      <dgm:spPr/>
    </dgm:pt>
    <dgm:pt modelId="{932330E2-D3F5-4B53-ABDF-55ACE1C5650D}" type="pres">
      <dgm:prSet presAssocID="{A20AE18E-453F-4028-B4BB-6877405DAD4E}" presName="background" presStyleLbl="node0" presStyleIdx="0" presStyleCnt="2"/>
      <dgm:spPr/>
    </dgm:pt>
    <dgm:pt modelId="{C58EF579-3457-407A-BF32-6904998261D4}" type="pres">
      <dgm:prSet presAssocID="{A20AE18E-453F-4028-B4BB-6877405DAD4E}" presName="text" presStyleLbl="fgAcc0" presStyleIdx="0" presStyleCnt="2">
        <dgm:presLayoutVars>
          <dgm:chPref val="3"/>
        </dgm:presLayoutVars>
      </dgm:prSet>
      <dgm:spPr/>
    </dgm:pt>
    <dgm:pt modelId="{02CC621A-EE2A-4E33-9DFE-9F023B238913}" type="pres">
      <dgm:prSet presAssocID="{A20AE18E-453F-4028-B4BB-6877405DAD4E}" presName="hierChild2" presStyleCnt="0"/>
      <dgm:spPr/>
    </dgm:pt>
    <dgm:pt modelId="{679536A6-D503-442C-AF93-D8C80C3DD4B5}" type="pres">
      <dgm:prSet presAssocID="{4E0D4044-3CA6-4CDF-AFAD-325A7566CE44}" presName="hierRoot1" presStyleCnt="0"/>
      <dgm:spPr/>
    </dgm:pt>
    <dgm:pt modelId="{3147FF97-4272-455D-B7D1-101473B579F2}" type="pres">
      <dgm:prSet presAssocID="{4E0D4044-3CA6-4CDF-AFAD-325A7566CE44}" presName="composite" presStyleCnt="0"/>
      <dgm:spPr/>
    </dgm:pt>
    <dgm:pt modelId="{D0F0530A-8065-4AF9-B282-07781E9A5EE8}" type="pres">
      <dgm:prSet presAssocID="{4E0D4044-3CA6-4CDF-AFAD-325A7566CE44}" presName="background" presStyleLbl="node0" presStyleIdx="1" presStyleCnt="2"/>
      <dgm:spPr/>
    </dgm:pt>
    <dgm:pt modelId="{6F359E50-8E86-4380-B2E1-98C0ACCEF44F}" type="pres">
      <dgm:prSet presAssocID="{4E0D4044-3CA6-4CDF-AFAD-325A7566CE44}" presName="text" presStyleLbl="fgAcc0" presStyleIdx="1" presStyleCnt="2">
        <dgm:presLayoutVars>
          <dgm:chPref val="3"/>
        </dgm:presLayoutVars>
      </dgm:prSet>
      <dgm:spPr/>
    </dgm:pt>
    <dgm:pt modelId="{E84E37F7-5062-4D67-957B-E637D329F32E}" type="pres">
      <dgm:prSet presAssocID="{4E0D4044-3CA6-4CDF-AFAD-325A7566CE44}" presName="hierChild2" presStyleCnt="0"/>
      <dgm:spPr/>
    </dgm:pt>
  </dgm:ptLst>
  <dgm:cxnLst>
    <dgm:cxn modelId="{03578B03-F336-4884-8979-6F447741B7C2}" type="presOf" srcId="{A20AE18E-453F-4028-B4BB-6877405DAD4E}" destId="{C58EF579-3457-407A-BF32-6904998261D4}" srcOrd="0" destOrd="0" presId="urn:microsoft.com/office/officeart/2005/8/layout/hierarchy1"/>
    <dgm:cxn modelId="{B3863941-BAFF-4A2A-9760-E99D266FFF6E}" type="presOf" srcId="{4E0D4044-3CA6-4CDF-AFAD-325A7566CE44}" destId="{6F359E50-8E86-4380-B2E1-98C0ACCEF44F}" srcOrd="0" destOrd="0" presId="urn:microsoft.com/office/officeart/2005/8/layout/hierarchy1"/>
    <dgm:cxn modelId="{F8B55D87-9529-417F-A6C4-C21DBB526774}" srcId="{06279750-AED3-4488-B2E7-52C790C3B6E1}" destId="{A20AE18E-453F-4028-B4BB-6877405DAD4E}" srcOrd="0" destOrd="0" parTransId="{03033362-E470-4037-8392-01DB47AC05CF}" sibTransId="{A20C5AEB-2203-4DA3-8834-43748C8CAFEB}"/>
    <dgm:cxn modelId="{17E4C59C-8C85-4BBE-B5D7-2DC4CA98614F}" srcId="{06279750-AED3-4488-B2E7-52C790C3B6E1}" destId="{4E0D4044-3CA6-4CDF-AFAD-325A7566CE44}" srcOrd="1" destOrd="0" parTransId="{F0DDCA56-9B79-41BE-846E-766DF2DE1BF4}" sibTransId="{421EE083-77AC-4799-B924-83736694F7EC}"/>
    <dgm:cxn modelId="{53FE91E2-9FD7-4FEE-BA1B-E57D30D91FA1}" type="presOf" srcId="{06279750-AED3-4488-B2E7-52C790C3B6E1}" destId="{3AF5B9C8-BD78-4830-9A83-F6F1D35A07F2}" srcOrd="0" destOrd="0" presId="urn:microsoft.com/office/officeart/2005/8/layout/hierarchy1"/>
    <dgm:cxn modelId="{5B1EAB33-B4E5-4F3B-BC27-C3989620904C}" type="presParOf" srcId="{3AF5B9C8-BD78-4830-9A83-F6F1D35A07F2}" destId="{EEE870C2-2B5D-4B89-ACA1-26D5906233B5}" srcOrd="0" destOrd="0" presId="urn:microsoft.com/office/officeart/2005/8/layout/hierarchy1"/>
    <dgm:cxn modelId="{3A86C3FB-E6C8-49EF-ABD6-11151826163F}" type="presParOf" srcId="{EEE870C2-2B5D-4B89-ACA1-26D5906233B5}" destId="{75CE40B9-E6E9-4669-A156-24AD6E4D5118}" srcOrd="0" destOrd="0" presId="urn:microsoft.com/office/officeart/2005/8/layout/hierarchy1"/>
    <dgm:cxn modelId="{1EF8097B-3A47-4899-9375-FBDA4AF7558A}" type="presParOf" srcId="{75CE40B9-E6E9-4669-A156-24AD6E4D5118}" destId="{932330E2-D3F5-4B53-ABDF-55ACE1C5650D}" srcOrd="0" destOrd="0" presId="urn:microsoft.com/office/officeart/2005/8/layout/hierarchy1"/>
    <dgm:cxn modelId="{5A2B3836-D6F7-4D5E-87F5-AFC63EACC8BD}" type="presParOf" srcId="{75CE40B9-E6E9-4669-A156-24AD6E4D5118}" destId="{C58EF579-3457-407A-BF32-6904998261D4}" srcOrd="1" destOrd="0" presId="urn:microsoft.com/office/officeart/2005/8/layout/hierarchy1"/>
    <dgm:cxn modelId="{0FBEBDCC-75A8-4F1F-B856-244F3F7C32D6}" type="presParOf" srcId="{EEE870C2-2B5D-4B89-ACA1-26D5906233B5}" destId="{02CC621A-EE2A-4E33-9DFE-9F023B238913}" srcOrd="1" destOrd="0" presId="urn:microsoft.com/office/officeart/2005/8/layout/hierarchy1"/>
    <dgm:cxn modelId="{0852F813-B64F-434F-BD2C-5594F52CF526}" type="presParOf" srcId="{3AF5B9C8-BD78-4830-9A83-F6F1D35A07F2}" destId="{679536A6-D503-442C-AF93-D8C80C3DD4B5}" srcOrd="1" destOrd="0" presId="urn:microsoft.com/office/officeart/2005/8/layout/hierarchy1"/>
    <dgm:cxn modelId="{957EE633-3AE4-4129-B7A9-1232C6513CB4}" type="presParOf" srcId="{679536A6-D503-442C-AF93-D8C80C3DD4B5}" destId="{3147FF97-4272-455D-B7D1-101473B579F2}" srcOrd="0" destOrd="0" presId="urn:microsoft.com/office/officeart/2005/8/layout/hierarchy1"/>
    <dgm:cxn modelId="{6B6959FB-3740-4E1E-B175-F50C7EC50EA8}" type="presParOf" srcId="{3147FF97-4272-455D-B7D1-101473B579F2}" destId="{D0F0530A-8065-4AF9-B282-07781E9A5EE8}" srcOrd="0" destOrd="0" presId="urn:microsoft.com/office/officeart/2005/8/layout/hierarchy1"/>
    <dgm:cxn modelId="{66ED7D09-88D3-486C-96CB-0E74A02A8AF5}" type="presParOf" srcId="{3147FF97-4272-455D-B7D1-101473B579F2}" destId="{6F359E50-8E86-4380-B2E1-98C0ACCEF44F}" srcOrd="1" destOrd="0" presId="urn:microsoft.com/office/officeart/2005/8/layout/hierarchy1"/>
    <dgm:cxn modelId="{569A72AE-F4FC-47FE-9E21-F7CC0F01AAB9}" type="presParOf" srcId="{679536A6-D503-442C-AF93-D8C80C3DD4B5}" destId="{E84E37F7-5062-4D67-957B-E637D329F32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97C282-A78F-4E50-A55B-7B8833F7F111}" type="doc">
      <dgm:prSet loTypeId="urn:microsoft.com/office/officeart/2005/8/layout/matrix3" loCatId="matrix" qsTypeId="urn:microsoft.com/office/officeart/2005/8/quickstyle/simple1" qsCatId="simple" csTypeId="urn:microsoft.com/office/officeart/2005/8/colors/accent0_3" csCatId="mainScheme"/>
      <dgm:spPr/>
      <dgm:t>
        <a:bodyPr/>
        <a:lstStyle/>
        <a:p>
          <a:endParaRPr lang="en-US"/>
        </a:p>
      </dgm:t>
    </dgm:pt>
    <dgm:pt modelId="{6B6DCAAE-5B65-4D53-AB10-523E45905992}">
      <dgm:prSet/>
      <dgm:spPr/>
      <dgm:t>
        <a:bodyPr/>
        <a:lstStyle/>
        <a:p>
          <a:r>
            <a:rPr lang="en-US" b="1"/>
            <a:t>Ibn Taymiyyah</a:t>
          </a:r>
          <a:r>
            <a:rPr lang="en-US"/>
            <a:t>,</a:t>
          </a:r>
        </a:p>
      </dgm:t>
    </dgm:pt>
    <dgm:pt modelId="{ADBDF554-0D95-4A04-872F-47FD03AE465B}" type="parTrans" cxnId="{9385264A-019F-4EC4-AA56-37C53BD60BD7}">
      <dgm:prSet/>
      <dgm:spPr/>
      <dgm:t>
        <a:bodyPr/>
        <a:lstStyle/>
        <a:p>
          <a:endParaRPr lang="en-US"/>
        </a:p>
      </dgm:t>
    </dgm:pt>
    <dgm:pt modelId="{C072A58C-D9FB-4F26-92D7-D111E309AF29}" type="sibTrans" cxnId="{9385264A-019F-4EC4-AA56-37C53BD60BD7}">
      <dgm:prSet/>
      <dgm:spPr/>
      <dgm:t>
        <a:bodyPr/>
        <a:lstStyle/>
        <a:p>
          <a:endParaRPr lang="en-US"/>
        </a:p>
      </dgm:t>
    </dgm:pt>
    <dgm:pt modelId="{83E4DEA4-9A95-40D4-BACD-F1171287E290}">
      <dgm:prSet/>
      <dgm:spPr/>
      <dgm:t>
        <a:bodyPr/>
        <a:lstStyle/>
        <a:p>
          <a:r>
            <a:rPr lang="en-US"/>
            <a:t>In his work </a:t>
          </a:r>
          <a:r>
            <a:rPr lang="en-US" b="1"/>
            <a:t>As-Sarim Al-Maslul Ala Shatim Ar-Rasul</a:t>
          </a:r>
          <a:r>
            <a:rPr lang="en-US"/>
            <a:t>, holds that the deliberate insult of the Prophet by a Muslim is an act of apostasy, deserving the death penalty. </a:t>
          </a:r>
        </a:p>
      </dgm:t>
    </dgm:pt>
    <dgm:pt modelId="{621B6C60-18E7-4389-9922-3E3932387EC0}" type="parTrans" cxnId="{7C90EFCA-A4E5-4F97-BB89-91EDDA489719}">
      <dgm:prSet/>
      <dgm:spPr/>
      <dgm:t>
        <a:bodyPr/>
        <a:lstStyle/>
        <a:p>
          <a:endParaRPr lang="en-US"/>
        </a:p>
      </dgm:t>
    </dgm:pt>
    <dgm:pt modelId="{D1C839F5-1A7F-4748-BA65-B47D7177B845}" type="sibTrans" cxnId="{7C90EFCA-A4E5-4F97-BB89-91EDDA489719}">
      <dgm:prSet/>
      <dgm:spPr/>
      <dgm:t>
        <a:bodyPr/>
        <a:lstStyle/>
        <a:p>
          <a:endParaRPr lang="en-US"/>
        </a:p>
      </dgm:t>
    </dgm:pt>
    <dgm:pt modelId="{5CAAB7F0-EBCB-4333-9E2A-4D760F977C6E}">
      <dgm:prSet/>
      <dgm:spPr/>
      <dgm:t>
        <a:bodyPr/>
        <a:lstStyle/>
        <a:p>
          <a:r>
            <a:rPr lang="en-US" b="1"/>
            <a:t>Al-Bazzazi</a:t>
          </a:r>
          <a:endParaRPr lang="en-US"/>
        </a:p>
      </dgm:t>
    </dgm:pt>
    <dgm:pt modelId="{74DB211C-B4FA-4DCF-9A12-0B7D4E6C1F3E}" type="parTrans" cxnId="{5E47ECCD-FAE0-4F52-BB7B-FB2F61DFE721}">
      <dgm:prSet/>
      <dgm:spPr/>
      <dgm:t>
        <a:bodyPr/>
        <a:lstStyle/>
        <a:p>
          <a:endParaRPr lang="en-US"/>
        </a:p>
      </dgm:t>
    </dgm:pt>
    <dgm:pt modelId="{2AFA0789-E941-48BD-8898-3B2BC36C7539}" type="sibTrans" cxnId="{5E47ECCD-FAE0-4F52-BB7B-FB2F61DFE721}">
      <dgm:prSet/>
      <dgm:spPr/>
      <dgm:t>
        <a:bodyPr/>
        <a:lstStyle/>
        <a:p>
          <a:endParaRPr lang="en-US"/>
        </a:p>
      </dgm:t>
    </dgm:pt>
    <dgm:pt modelId="{9AD9C8BA-BB06-4474-9780-934FCB091ACF}">
      <dgm:prSet/>
      <dgm:spPr/>
      <dgm:t>
        <a:bodyPr/>
        <a:lstStyle/>
        <a:p>
          <a:r>
            <a:rPr lang="en-US"/>
            <a:t>A Hanafi jurist, stated that blasphemy by a Muslim is so grave that it takes precedence over repentance, as it disrupts societal harmony and insults the foundation of Islam. </a:t>
          </a:r>
        </a:p>
      </dgm:t>
    </dgm:pt>
    <dgm:pt modelId="{D772E788-8230-4209-B5B0-1CE39ACFA8EA}" type="parTrans" cxnId="{ED22EAA2-E7C5-4786-B1ED-47E012CFBF02}">
      <dgm:prSet/>
      <dgm:spPr/>
      <dgm:t>
        <a:bodyPr/>
        <a:lstStyle/>
        <a:p>
          <a:endParaRPr lang="en-US"/>
        </a:p>
      </dgm:t>
    </dgm:pt>
    <dgm:pt modelId="{79717E58-719B-48EA-B9FB-86026E9D6557}" type="sibTrans" cxnId="{ED22EAA2-E7C5-4786-B1ED-47E012CFBF02}">
      <dgm:prSet/>
      <dgm:spPr/>
      <dgm:t>
        <a:bodyPr/>
        <a:lstStyle/>
        <a:p>
          <a:endParaRPr lang="en-US"/>
        </a:p>
      </dgm:t>
    </dgm:pt>
    <dgm:pt modelId="{78D0A2C0-7CEA-4EF7-8182-3C1385572129}" type="pres">
      <dgm:prSet presAssocID="{0797C282-A78F-4E50-A55B-7B8833F7F111}" presName="matrix" presStyleCnt="0">
        <dgm:presLayoutVars>
          <dgm:chMax val="1"/>
          <dgm:dir/>
          <dgm:resizeHandles val="exact"/>
        </dgm:presLayoutVars>
      </dgm:prSet>
      <dgm:spPr/>
    </dgm:pt>
    <dgm:pt modelId="{5AEDF13B-C165-449C-88ED-7E7F4F1281E0}" type="pres">
      <dgm:prSet presAssocID="{0797C282-A78F-4E50-A55B-7B8833F7F111}" presName="diamond" presStyleLbl="bgShp" presStyleIdx="0" presStyleCnt="1"/>
      <dgm:spPr/>
    </dgm:pt>
    <dgm:pt modelId="{E55A6945-2ED9-4302-A70A-39062A85097B}" type="pres">
      <dgm:prSet presAssocID="{0797C282-A78F-4E50-A55B-7B8833F7F111}" presName="quad1" presStyleLbl="node1" presStyleIdx="0" presStyleCnt="4">
        <dgm:presLayoutVars>
          <dgm:chMax val="0"/>
          <dgm:chPref val="0"/>
          <dgm:bulletEnabled val="1"/>
        </dgm:presLayoutVars>
      </dgm:prSet>
      <dgm:spPr/>
    </dgm:pt>
    <dgm:pt modelId="{63BB36AE-54F8-492D-8A0F-1B8CDCE57A42}" type="pres">
      <dgm:prSet presAssocID="{0797C282-A78F-4E50-A55B-7B8833F7F111}" presName="quad2" presStyleLbl="node1" presStyleIdx="1" presStyleCnt="4">
        <dgm:presLayoutVars>
          <dgm:chMax val="0"/>
          <dgm:chPref val="0"/>
          <dgm:bulletEnabled val="1"/>
        </dgm:presLayoutVars>
      </dgm:prSet>
      <dgm:spPr/>
    </dgm:pt>
    <dgm:pt modelId="{CF5BB6B1-6069-42B3-A27A-3BBEE5BC34E9}" type="pres">
      <dgm:prSet presAssocID="{0797C282-A78F-4E50-A55B-7B8833F7F111}" presName="quad3" presStyleLbl="node1" presStyleIdx="2" presStyleCnt="4">
        <dgm:presLayoutVars>
          <dgm:chMax val="0"/>
          <dgm:chPref val="0"/>
          <dgm:bulletEnabled val="1"/>
        </dgm:presLayoutVars>
      </dgm:prSet>
      <dgm:spPr/>
    </dgm:pt>
    <dgm:pt modelId="{F69F947F-E3BA-4B53-8B3B-6FDF79065EF8}" type="pres">
      <dgm:prSet presAssocID="{0797C282-A78F-4E50-A55B-7B8833F7F111}" presName="quad4" presStyleLbl="node1" presStyleIdx="3" presStyleCnt="4">
        <dgm:presLayoutVars>
          <dgm:chMax val="0"/>
          <dgm:chPref val="0"/>
          <dgm:bulletEnabled val="1"/>
        </dgm:presLayoutVars>
      </dgm:prSet>
      <dgm:spPr/>
    </dgm:pt>
  </dgm:ptLst>
  <dgm:cxnLst>
    <dgm:cxn modelId="{57542762-D9F6-4C20-A5F5-81078947B15A}" type="presOf" srcId="{5CAAB7F0-EBCB-4333-9E2A-4D760F977C6E}" destId="{CF5BB6B1-6069-42B3-A27A-3BBEE5BC34E9}" srcOrd="0" destOrd="0" presId="urn:microsoft.com/office/officeart/2005/8/layout/matrix3"/>
    <dgm:cxn modelId="{9385264A-019F-4EC4-AA56-37C53BD60BD7}" srcId="{0797C282-A78F-4E50-A55B-7B8833F7F111}" destId="{6B6DCAAE-5B65-4D53-AB10-523E45905992}" srcOrd="0" destOrd="0" parTransId="{ADBDF554-0D95-4A04-872F-47FD03AE465B}" sibTransId="{C072A58C-D9FB-4F26-92D7-D111E309AF29}"/>
    <dgm:cxn modelId="{998FED89-73C3-4293-A373-45DE15A4A7F7}" type="presOf" srcId="{83E4DEA4-9A95-40D4-BACD-F1171287E290}" destId="{63BB36AE-54F8-492D-8A0F-1B8CDCE57A42}" srcOrd="0" destOrd="0" presId="urn:microsoft.com/office/officeart/2005/8/layout/matrix3"/>
    <dgm:cxn modelId="{67147D8F-EC97-45AF-9819-84FEF72A5596}" type="presOf" srcId="{9AD9C8BA-BB06-4474-9780-934FCB091ACF}" destId="{F69F947F-E3BA-4B53-8B3B-6FDF79065EF8}" srcOrd="0" destOrd="0" presId="urn:microsoft.com/office/officeart/2005/8/layout/matrix3"/>
    <dgm:cxn modelId="{A084C493-92CA-4308-92D2-A17DFA3A02DB}" type="presOf" srcId="{0797C282-A78F-4E50-A55B-7B8833F7F111}" destId="{78D0A2C0-7CEA-4EF7-8182-3C1385572129}" srcOrd="0" destOrd="0" presId="urn:microsoft.com/office/officeart/2005/8/layout/matrix3"/>
    <dgm:cxn modelId="{ED22EAA2-E7C5-4786-B1ED-47E012CFBF02}" srcId="{0797C282-A78F-4E50-A55B-7B8833F7F111}" destId="{9AD9C8BA-BB06-4474-9780-934FCB091ACF}" srcOrd="3" destOrd="0" parTransId="{D772E788-8230-4209-B5B0-1CE39ACFA8EA}" sibTransId="{79717E58-719B-48EA-B9FB-86026E9D6557}"/>
    <dgm:cxn modelId="{7C90EFCA-A4E5-4F97-BB89-91EDDA489719}" srcId="{0797C282-A78F-4E50-A55B-7B8833F7F111}" destId="{83E4DEA4-9A95-40D4-BACD-F1171287E290}" srcOrd="1" destOrd="0" parTransId="{621B6C60-18E7-4389-9922-3E3932387EC0}" sibTransId="{D1C839F5-1A7F-4748-BA65-B47D7177B845}"/>
    <dgm:cxn modelId="{5E47ECCD-FAE0-4F52-BB7B-FB2F61DFE721}" srcId="{0797C282-A78F-4E50-A55B-7B8833F7F111}" destId="{5CAAB7F0-EBCB-4333-9E2A-4D760F977C6E}" srcOrd="2" destOrd="0" parTransId="{74DB211C-B4FA-4DCF-9A12-0B7D4E6C1F3E}" sibTransId="{2AFA0789-E941-48BD-8898-3B2BC36C7539}"/>
    <dgm:cxn modelId="{CEF7E3D0-8E79-4C60-9B8A-E5F4377EAF9D}" type="presOf" srcId="{6B6DCAAE-5B65-4D53-AB10-523E45905992}" destId="{E55A6945-2ED9-4302-A70A-39062A85097B}" srcOrd="0" destOrd="0" presId="urn:microsoft.com/office/officeart/2005/8/layout/matrix3"/>
    <dgm:cxn modelId="{80882F47-3CE7-49A0-B7BB-049BF206E5AC}" type="presParOf" srcId="{78D0A2C0-7CEA-4EF7-8182-3C1385572129}" destId="{5AEDF13B-C165-449C-88ED-7E7F4F1281E0}" srcOrd="0" destOrd="0" presId="urn:microsoft.com/office/officeart/2005/8/layout/matrix3"/>
    <dgm:cxn modelId="{85B8C761-5574-40CE-945D-824D888E4100}" type="presParOf" srcId="{78D0A2C0-7CEA-4EF7-8182-3C1385572129}" destId="{E55A6945-2ED9-4302-A70A-39062A85097B}" srcOrd="1" destOrd="0" presId="urn:microsoft.com/office/officeart/2005/8/layout/matrix3"/>
    <dgm:cxn modelId="{1817EBFA-DBFC-4274-BC02-5484A79DE6B1}" type="presParOf" srcId="{78D0A2C0-7CEA-4EF7-8182-3C1385572129}" destId="{63BB36AE-54F8-492D-8A0F-1B8CDCE57A42}" srcOrd="2" destOrd="0" presId="urn:microsoft.com/office/officeart/2005/8/layout/matrix3"/>
    <dgm:cxn modelId="{39B03080-C662-4BD7-A0E6-7C516E227CCE}" type="presParOf" srcId="{78D0A2C0-7CEA-4EF7-8182-3C1385572129}" destId="{CF5BB6B1-6069-42B3-A27A-3BBEE5BC34E9}" srcOrd="3" destOrd="0" presId="urn:microsoft.com/office/officeart/2005/8/layout/matrix3"/>
    <dgm:cxn modelId="{1C3EACA0-1689-4BF3-9C44-D5EF6C13B0B8}" type="presParOf" srcId="{78D0A2C0-7CEA-4EF7-8182-3C1385572129}" destId="{F69F947F-E3BA-4B53-8B3B-6FDF79065EF8}"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797C282-A78F-4E50-A55B-7B8833F7F111}" type="doc">
      <dgm:prSet loTypeId="urn:microsoft.com/office/officeart/2005/8/layout/matrix3" loCatId="matrix" qsTypeId="urn:microsoft.com/office/officeart/2005/8/quickstyle/simple1" qsCatId="simple" csTypeId="urn:microsoft.com/office/officeart/2005/8/colors/accent0_3" csCatId="mainScheme" phldr="1"/>
      <dgm:spPr/>
      <dgm:t>
        <a:bodyPr/>
        <a:lstStyle/>
        <a:p>
          <a:endParaRPr lang="en-US"/>
        </a:p>
      </dgm:t>
    </dgm:pt>
    <dgm:pt modelId="{9AD9C8BA-BB06-4474-9780-934FCB091ACF}">
      <dgm:prSet phldr="0"/>
      <dgm:spPr/>
      <dgm:t>
        <a:bodyPr/>
        <a:lstStyle/>
        <a:p>
          <a:pPr rtl="0"/>
          <a:r>
            <a:rPr lang="en-US" dirty="0">
              <a:latin typeface="Century Gothic" panose="020B0502020202020204"/>
            </a:rPr>
            <a:t>Imam Abu Hanifa</a:t>
          </a:r>
          <a:endParaRPr lang="en-US" dirty="0"/>
        </a:p>
      </dgm:t>
    </dgm:pt>
    <dgm:pt modelId="{D772E788-8230-4209-B5B0-1CE39ACFA8EA}" type="parTrans" cxnId="{ED22EAA2-E7C5-4786-B1ED-47E012CFBF02}">
      <dgm:prSet/>
      <dgm:spPr/>
      <dgm:t>
        <a:bodyPr/>
        <a:lstStyle/>
        <a:p>
          <a:endParaRPr lang="en-US"/>
        </a:p>
      </dgm:t>
    </dgm:pt>
    <dgm:pt modelId="{79717E58-719B-48EA-B9FB-86026E9D6557}" type="sibTrans" cxnId="{ED22EAA2-E7C5-4786-B1ED-47E012CFBF02}">
      <dgm:prSet/>
      <dgm:spPr/>
      <dgm:t>
        <a:bodyPr/>
        <a:lstStyle/>
        <a:p>
          <a:endParaRPr lang="en-US"/>
        </a:p>
      </dgm:t>
    </dgm:pt>
    <dgm:pt modelId="{383277DE-6820-4570-BBB2-7B6D0881FA6A}">
      <dgm:prSet phldr="0"/>
      <dgm:spPr/>
      <dgm:t>
        <a:bodyPr/>
        <a:lstStyle/>
        <a:p>
          <a:pPr rtl="0"/>
          <a:r>
            <a:rPr lang="en-US" dirty="0">
              <a:latin typeface="Century Gothic" panose="020B0502020202020204"/>
            </a:rPr>
            <a:t>Maintains that blasphemy punishment  is not Hadd.</a:t>
          </a:r>
        </a:p>
      </dgm:t>
    </dgm:pt>
    <dgm:pt modelId="{6FF37EFD-152D-4FC8-9285-761559FBAF0F}" type="parTrans" cxnId="{6015778F-EF5C-4D91-9EC1-681CCC3E2799}">
      <dgm:prSet/>
      <dgm:spPr/>
    </dgm:pt>
    <dgm:pt modelId="{7DE9E6C7-3F76-4A1F-A4A7-5D46D9A57EE1}" type="sibTrans" cxnId="{6015778F-EF5C-4D91-9EC1-681CCC3E2799}">
      <dgm:prSet/>
      <dgm:spPr/>
    </dgm:pt>
    <dgm:pt modelId="{97BABAC2-4C01-41EE-8BDF-41A0C4872F77}">
      <dgm:prSet phldr="0"/>
      <dgm:spPr/>
      <dgm:t>
        <a:bodyPr/>
        <a:lstStyle/>
        <a:p>
          <a:pPr rtl="0"/>
          <a:r>
            <a:rPr lang="en-US" dirty="0">
              <a:latin typeface="Century Gothic" panose="020B0502020202020204"/>
            </a:rPr>
            <a:t>Ibn taymiyah</a:t>
          </a:r>
        </a:p>
      </dgm:t>
    </dgm:pt>
    <dgm:pt modelId="{85FB9A19-4603-4682-86DD-5DCEEE5391EA}" type="parTrans" cxnId="{06689BFC-24C4-46EE-832D-D4D950E2AB8A}">
      <dgm:prSet/>
      <dgm:spPr/>
    </dgm:pt>
    <dgm:pt modelId="{8AC4744C-DE98-4CD6-B3BA-07BB6342FD12}" type="sibTrans" cxnId="{06689BFC-24C4-46EE-832D-D4D950E2AB8A}">
      <dgm:prSet/>
      <dgm:spPr/>
    </dgm:pt>
    <dgm:pt modelId="{C0A122AA-49D7-4B2B-AD81-C28229AE7327}">
      <dgm:prSet phldr="0"/>
      <dgm:spPr/>
      <dgm:t>
        <a:bodyPr/>
        <a:lstStyle/>
        <a:p>
          <a:pPr rtl="0"/>
          <a:r>
            <a:rPr lang="en-US" dirty="0">
              <a:latin typeface="Century Gothic" panose="020B0502020202020204"/>
            </a:rPr>
            <a:t>Reinforced Abu </a:t>
          </a:r>
          <a:r>
            <a:rPr lang="en-US" dirty="0" err="1">
              <a:latin typeface="Century Gothic" panose="020B0502020202020204"/>
            </a:rPr>
            <a:t>Hanifas</a:t>
          </a:r>
          <a:r>
            <a:rPr lang="en-US" dirty="0">
              <a:latin typeface="Century Gothic" panose="020B0502020202020204"/>
            </a:rPr>
            <a:t> statement</a:t>
          </a:r>
        </a:p>
      </dgm:t>
    </dgm:pt>
    <dgm:pt modelId="{E1DDB2E1-E5AA-4BD9-B42B-81A16BC80C54}" type="parTrans" cxnId="{71C2D8E3-8AE6-4158-AB2D-9A3B7FBEB1C3}">
      <dgm:prSet/>
      <dgm:spPr/>
    </dgm:pt>
    <dgm:pt modelId="{E22CDEC2-7E3E-44FE-8421-E1C07527E36D}" type="sibTrans" cxnId="{71C2D8E3-8AE6-4158-AB2D-9A3B7FBEB1C3}">
      <dgm:prSet/>
      <dgm:spPr/>
    </dgm:pt>
    <dgm:pt modelId="{46260EE8-C036-482A-A29D-228E78E7427F}" type="pres">
      <dgm:prSet presAssocID="{0797C282-A78F-4E50-A55B-7B8833F7F111}" presName="matrix" presStyleCnt="0">
        <dgm:presLayoutVars>
          <dgm:chMax val="1"/>
          <dgm:dir/>
          <dgm:resizeHandles val="exact"/>
        </dgm:presLayoutVars>
      </dgm:prSet>
      <dgm:spPr/>
    </dgm:pt>
    <dgm:pt modelId="{F9C0D744-0A5B-4343-8C4E-13E418E170D8}" type="pres">
      <dgm:prSet presAssocID="{0797C282-A78F-4E50-A55B-7B8833F7F111}" presName="diamond" presStyleLbl="bgShp" presStyleIdx="0" presStyleCnt="1"/>
      <dgm:spPr/>
    </dgm:pt>
    <dgm:pt modelId="{81D05305-9216-4AFD-AB6B-9B19BBA887EA}" type="pres">
      <dgm:prSet presAssocID="{0797C282-A78F-4E50-A55B-7B8833F7F111}" presName="quad1" presStyleLbl="node1" presStyleIdx="0" presStyleCnt="4">
        <dgm:presLayoutVars>
          <dgm:chMax val="0"/>
          <dgm:chPref val="0"/>
          <dgm:bulletEnabled val="1"/>
        </dgm:presLayoutVars>
      </dgm:prSet>
      <dgm:spPr/>
    </dgm:pt>
    <dgm:pt modelId="{ADAA65FC-63AB-49B0-8517-96044DC00652}" type="pres">
      <dgm:prSet presAssocID="{0797C282-A78F-4E50-A55B-7B8833F7F111}" presName="quad2" presStyleLbl="node1" presStyleIdx="1" presStyleCnt="4">
        <dgm:presLayoutVars>
          <dgm:chMax val="0"/>
          <dgm:chPref val="0"/>
          <dgm:bulletEnabled val="1"/>
        </dgm:presLayoutVars>
      </dgm:prSet>
      <dgm:spPr/>
    </dgm:pt>
    <dgm:pt modelId="{CCE8D908-93E4-4303-8882-06B28FD0E74C}" type="pres">
      <dgm:prSet presAssocID="{0797C282-A78F-4E50-A55B-7B8833F7F111}" presName="quad3" presStyleLbl="node1" presStyleIdx="2" presStyleCnt="4">
        <dgm:presLayoutVars>
          <dgm:chMax val="0"/>
          <dgm:chPref val="0"/>
          <dgm:bulletEnabled val="1"/>
        </dgm:presLayoutVars>
      </dgm:prSet>
      <dgm:spPr/>
    </dgm:pt>
    <dgm:pt modelId="{9B2A3998-5850-4D8A-BDFC-92C8C89F05BA}" type="pres">
      <dgm:prSet presAssocID="{0797C282-A78F-4E50-A55B-7B8833F7F111}" presName="quad4" presStyleLbl="node1" presStyleIdx="3" presStyleCnt="4">
        <dgm:presLayoutVars>
          <dgm:chMax val="0"/>
          <dgm:chPref val="0"/>
          <dgm:bulletEnabled val="1"/>
        </dgm:presLayoutVars>
      </dgm:prSet>
      <dgm:spPr/>
    </dgm:pt>
  </dgm:ptLst>
  <dgm:cxnLst>
    <dgm:cxn modelId="{130A0816-0077-45FD-B986-B3EE4A40D4DA}" type="presOf" srcId="{0797C282-A78F-4E50-A55B-7B8833F7F111}" destId="{46260EE8-C036-482A-A29D-228E78E7427F}" srcOrd="0" destOrd="0" presId="urn:microsoft.com/office/officeart/2005/8/layout/matrix3"/>
    <dgm:cxn modelId="{7FFB1C19-FD25-467B-9474-F7F034AE1B6B}" type="presOf" srcId="{9AD9C8BA-BB06-4474-9780-934FCB091ACF}" destId="{81D05305-9216-4AFD-AB6B-9B19BBA887EA}" srcOrd="0" destOrd="0" presId="urn:microsoft.com/office/officeart/2005/8/layout/matrix3"/>
    <dgm:cxn modelId="{BDC61538-A6FC-4A20-A3DD-66F573D2494A}" type="presOf" srcId="{97BABAC2-4C01-41EE-8BDF-41A0C4872F77}" destId="{CCE8D908-93E4-4303-8882-06B28FD0E74C}" srcOrd="0" destOrd="0" presId="urn:microsoft.com/office/officeart/2005/8/layout/matrix3"/>
    <dgm:cxn modelId="{7DE4D63D-37FF-4AD6-B4CC-2C3FF0BF6727}" type="presOf" srcId="{383277DE-6820-4570-BBB2-7B6D0881FA6A}" destId="{ADAA65FC-63AB-49B0-8517-96044DC00652}" srcOrd="0" destOrd="0" presId="urn:microsoft.com/office/officeart/2005/8/layout/matrix3"/>
    <dgm:cxn modelId="{6015778F-EF5C-4D91-9EC1-681CCC3E2799}" srcId="{0797C282-A78F-4E50-A55B-7B8833F7F111}" destId="{383277DE-6820-4570-BBB2-7B6D0881FA6A}" srcOrd="1" destOrd="0" parTransId="{6FF37EFD-152D-4FC8-9285-761559FBAF0F}" sibTransId="{7DE9E6C7-3F76-4A1F-A4A7-5D46D9A57EE1}"/>
    <dgm:cxn modelId="{ED22EAA2-E7C5-4786-B1ED-47E012CFBF02}" srcId="{0797C282-A78F-4E50-A55B-7B8833F7F111}" destId="{9AD9C8BA-BB06-4474-9780-934FCB091ACF}" srcOrd="0" destOrd="0" parTransId="{D772E788-8230-4209-B5B0-1CE39ACFA8EA}" sibTransId="{79717E58-719B-48EA-B9FB-86026E9D6557}"/>
    <dgm:cxn modelId="{A585DABD-4331-4E68-A9E9-76ED375E7405}" type="presOf" srcId="{C0A122AA-49D7-4B2B-AD81-C28229AE7327}" destId="{9B2A3998-5850-4D8A-BDFC-92C8C89F05BA}" srcOrd="0" destOrd="0" presId="urn:microsoft.com/office/officeart/2005/8/layout/matrix3"/>
    <dgm:cxn modelId="{71C2D8E3-8AE6-4158-AB2D-9A3B7FBEB1C3}" srcId="{0797C282-A78F-4E50-A55B-7B8833F7F111}" destId="{C0A122AA-49D7-4B2B-AD81-C28229AE7327}" srcOrd="3" destOrd="0" parTransId="{E1DDB2E1-E5AA-4BD9-B42B-81A16BC80C54}" sibTransId="{E22CDEC2-7E3E-44FE-8421-E1C07527E36D}"/>
    <dgm:cxn modelId="{06689BFC-24C4-46EE-832D-D4D950E2AB8A}" srcId="{0797C282-A78F-4E50-A55B-7B8833F7F111}" destId="{97BABAC2-4C01-41EE-8BDF-41A0C4872F77}" srcOrd="2" destOrd="0" parTransId="{85FB9A19-4603-4682-86DD-5DCEEE5391EA}" sibTransId="{8AC4744C-DE98-4CD6-B3BA-07BB6342FD12}"/>
    <dgm:cxn modelId="{3B12A568-DA3F-458E-AC1C-50CAEBBECCE1}" type="presParOf" srcId="{46260EE8-C036-482A-A29D-228E78E7427F}" destId="{F9C0D744-0A5B-4343-8C4E-13E418E170D8}" srcOrd="0" destOrd="0" presId="urn:microsoft.com/office/officeart/2005/8/layout/matrix3"/>
    <dgm:cxn modelId="{E50141CD-CC38-465B-AED8-BA875783C91F}" type="presParOf" srcId="{46260EE8-C036-482A-A29D-228E78E7427F}" destId="{81D05305-9216-4AFD-AB6B-9B19BBA887EA}" srcOrd="1" destOrd="0" presId="urn:microsoft.com/office/officeart/2005/8/layout/matrix3"/>
    <dgm:cxn modelId="{40F5F518-B294-463E-9D7B-02214A8FAD3B}" type="presParOf" srcId="{46260EE8-C036-482A-A29D-228E78E7427F}" destId="{ADAA65FC-63AB-49B0-8517-96044DC00652}" srcOrd="2" destOrd="0" presId="urn:microsoft.com/office/officeart/2005/8/layout/matrix3"/>
    <dgm:cxn modelId="{B7CB028B-BFE2-4657-8908-FA8CE6E61737}" type="presParOf" srcId="{46260EE8-C036-482A-A29D-228E78E7427F}" destId="{CCE8D908-93E4-4303-8882-06B28FD0E74C}" srcOrd="3" destOrd="0" presId="urn:microsoft.com/office/officeart/2005/8/layout/matrix3"/>
    <dgm:cxn modelId="{63D0DB2D-A05C-4D59-9DC6-BEC7384913E9}" type="presParOf" srcId="{46260EE8-C036-482A-A29D-228E78E7427F}" destId="{9B2A3998-5850-4D8A-BDFC-92C8C89F05BA}"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797C282-A78F-4E50-A55B-7B8833F7F111}" type="doc">
      <dgm:prSet loTypeId="urn:microsoft.com/office/officeart/2005/8/layout/matrix3" loCatId="matrix" qsTypeId="urn:microsoft.com/office/officeart/2005/8/quickstyle/simple1" qsCatId="simple" csTypeId="urn:microsoft.com/office/officeart/2005/8/colors/accent0_3" csCatId="mainScheme" phldr="1"/>
      <dgm:spPr/>
      <dgm:t>
        <a:bodyPr/>
        <a:lstStyle/>
        <a:p>
          <a:endParaRPr lang="en-US"/>
        </a:p>
      </dgm:t>
    </dgm:pt>
    <dgm:pt modelId="{9AD9C8BA-BB06-4474-9780-934FCB091ACF}">
      <dgm:prSet phldr="0"/>
      <dgm:spPr/>
      <dgm:t>
        <a:bodyPr/>
        <a:lstStyle/>
        <a:p>
          <a:pPr rtl="0"/>
          <a:r>
            <a:rPr lang="en-US" dirty="0">
              <a:latin typeface="Century Gothic" panose="020B0502020202020204"/>
            </a:rPr>
            <a:t>Ibn Al Bazzazi</a:t>
          </a:r>
          <a:endParaRPr lang="en-US" dirty="0"/>
        </a:p>
      </dgm:t>
    </dgm:pt>
    <dgm:pt modelId="{D772E788-8230-4209-B5B0-1CE39ACFA8EA}" type="parTrans" cxnId="{ED22EAA2-E7C5-4786-B1ED-47E012CFBF02}">
      <dgm:prSet/>
      <dgm:spPr/>
      <dgm:t>
        <a:bodyPr/>
        <a:lstStyle/>
        <a:p>
          <a:endParaRPr lang="en-US"/>
        </a:p>
      </dgm:t>
    </dgm:pt>
    <dgm:pt modelId="{79717E58-719B-48EA-B9FB-86026E9D6557}" type="sibTrans" cxnId="{ED22EAA2-E7C5-4786-B1ED-47E012CFBF02}">
      <dgm:prSet/>
      <dgm:spPr/>
      <dgm:t>
        <a:bodyPr/>
        <a:lstStyle/>
        <a:p>
          <a:endParaRPr lang="en-US"/>
        </a:p>
      </dgm:t>
    </dgm:pt>
    <dgm:pt modelId="{C0A122AA-49D7-4B2B-AD81-C28229AE7327}">
      <dgm:prSet phldr="0"/>
      <dgm:spPr/>
      <dgm:t>
        <a:bodyPr/>
        <a:lstStyle/>
        <a:p>
          <a:pPr rtl="0"/>
          <a:r>
            <a:rPr lang="en-US" dirty="0">
              <a:latin typeface="Century Gothic" panose="020B0502020202020204"/>
            </a:rPr>
            <a:t>Misinterpreted Abu Hanifa's stance on punishment for  non mulims</a:t>
          </a:r>
        </a:p>
      </dgm:t>
    </dgm:pt>
    <dgm:pt modelId="{E1DDB2E1-E5AA-4BD9-B42B-81A16BC80C54}" type="parTrans" cxnId="{71C2D8E3-8AE6-4158-AB2D-9A3B7FBEB1C3}">
      <dgm:prSet/>
      <dgm:spPr/>
    </dgm:pt>
    <dgm:pt modelId="{E22CDEC2-7E3E-44FE-8421-E1C07527E36D}" type="sibTrans" cxnId="{71C2D8E3-8AE6-4158-AB2D-9A3B7FBEB1C3}">
      <dgm:prSet/>
      <dgm:spPr/>
    </dgm:pt>
    <dgm:pt modelId="{8427D991-7823-47ED-BC8E-F960D8B20C6C}">
      <dgm:prSet phldr="0"/>
      <dgm:spPr/>
      <dgm:t>
        <a:bodyPr/>
        <a:lstStyle/>
        <a:p>
          <a:pPr rtl="0"/>
          <a:r>
            <a:rPr lang="en-US" dirty="0">
              <a:latin typeface="Century Gothic" panose="020B0502020202020204"/>
            </a:rPr>
            <a:t>Ibn Abidin</a:t>
          </a:r>
        </a:p>
      </dgm:t>
    </dgm:pt>
    <dgm:pt modelId="{DBCFAA40-D44C-4455-AAD8-D76C0BD1110D}" type="parTrans" cxnId="{2F3D2212-2BAB-48A0-9F13-2D892F9ABB98}">
      <dgm:prSet/>
      <dgm:spPr/>
    </dgm:pt>
    <dgm:pt modelId="{FFF3F5C5-D2A2-4E7E-84F6-07402C178C49}" type="sibTrans" cxnId="{2F3D2212-2BAB-48A0-9F13-2D892F9ABB98}">
      <dgm:prSet/>
      <dgm:spPr/>
    </dgm:pt>
    <dgm:pt modelId="{0F816442-D307-4B91-AF1A-EE1372C14F38}">
      <dgm:prSet phldr="0"/>
      <dgm:spPr/>
      <dgm:t>
        <a:bodyPr/>
        <a:lstStyle/>
        <a:p>
          <a:pPr rtl="0"/>
          <a:r>
            <a:rPr lang="en-US" dirty="0">
              <a:latin typeface="Century Gothic" panose="020B0502020202020204"/>
            </a:rPr>
            <a:t>Corrected Bazzaz i's mistake issuing Fatwa on blasphemy as a Tazeeri offence.</a:t>
          </a:r>
        </a:p>
      </dgm:t>
    </dgm:pt>
    <dgm:pt modelId="{FE1904EB-3896-4235-A0F3-64AA7E36B346}" type="parTrans" cxnId="{5D31CD2C-A1F5-4B4F-81C8-D56EB11A09BA}">
      <dgm:prSet/>
      <dgm:spPr/>
    </dgm:pt>
    <dgm:pt modelId="{28DBCB00-202B-4B6F-8D7E-DDD920B30C37}" type="sibTrans" cxnId="{5D31CD2C-A1F5-4B4F-81C8-D56EB11A09BA}">
      <dgm:prSet/>
      <dgm:spPr/>
    </dgm:pt>
    <dgm:pt modelId="{78D0A2C0-7CEA-4EF7-8182-3C1385572129}" type="pres">
      <dgm:prSet presAssocID="{0797C282-A78F-4E50-A55B-7B8833F7F111}" presName="matrix" presStyleCnt="0">
        <dgm:presLayoutVars>
          <dgm:chMax val="1"/>
          <dgm:dir/>
          <dgm:resizeHandles val="exact"/>
        </dgm:presLayoutVars>
      </dgm:prSet>
      <dgm:spPr/>
    </dgm:pt>
    <dgm:pt modelId="{5AEDF13B-C165-449C-88ED-7E7F4F1281E0}" type="pres">
      <dgm:prSet presAssocID="{0797C282-A78F-4E50-A55B-7B8833F7F111}" presName="diamond" presStyleLbl="bgShp" presStyleIdx="0" presStyleCnt="1"/>
      <dgm:spPr/>
    </dgm:pt>
    <dgm:pt modelId="{E55A6945-2ED9-4302-A70A-39062A85097B}" type="pres">
      <dgm:prSet presAssocID="{0797C282-A78F-4E50-A55B-7B8833F7F111}" presName="quad1" presStyleLbl="node1" presStyleIdx="0" presStyleCnt="4">
        <dgm:presLayoutVars>
          <dgm:chMax val="0"/>
          <dgm:chPref val="0"/>
          <dgm:bulletEnabled val="1"/>
        </dgm:presLayoutVars>
      </dgm:prSet>
      <dgm:spPr/>
    </dgm:pt>
    <dgm:pt modelId="{63BB36AE-54F8-492D-8A0F-1B8CDCE57A42}" type="pres">
      <dgm:prSet presAssocID="{0797C282-A78F-4E50-A55B-7B8833F7F111}" presName="quad2" presStyleLbl="node1" presStyleIdx="1" presStyleCnt="4">
        <dgm:presLayoutVars>
          <dgm:chMax val="0"/>
          <dgm:chPref val="0"/>
          <dgm:bulletEnabled val="1"/>
        </dgm:presLayoutVars>
      </dgm:prSet>
      <dgm:spPr/>
    </dgm:pt>
    <dgm:pt modelId="{CF5BB6B1-6069-42B3-A27A-3BBEE5BC34E9}" type="pres">
      <dgm:prSet presAssocID="{0797C282-A78F-4E50-A55B-7B8833F7F111}" presName="quad3" presStyleLbl="node1" presStyleIdx="2" presStyleCnt="4">
        <dgm:presLayoutVars>
          <dgm:chMax val="0"/>
          <dgm:chPref val="0"/>
          <dgm:bulletEnabled val="1"/>
        </dgm:presLayoutVars>
      </dgm:prSet>
      <dgm:spPr/>
    </dgm:pt>
    <dgm:pt modelId="{F69F947F-E3BA-4B53-8B3B-6FDF79065EF8}" type="pres">
      <dgm:prSet presAssocID="{0797C282-A78F-4E50-A55B-7B8833F7F111}" presName="quad4" presStyleLbl="node1" presStyleIdx="3" presStyleCnt="4">
        <dgm:presLayoutVars>
          <dgm:chMax val="0"/>
          <dgm:chPref val="0"/>
          <dgm:bulletEnabled val="1"/>
        </dgm:presLayoutVars>
      </dgm:prSet>
      <dgm:spPr/>
    </dgm:pt>
  </dgm:ptLst>
  <dgm:cxnLst>
    <dgm:cxn modelId="{2F3D2212-2BAB-48A0-9F13-2D892F9ABB98}" srcId="{0797C282-A78F-4E50-A55B-7B8833F7F111}" destId="{8427D991-7823-47ED-BC8E-F960D8B20C6C}" srcOrd="2" destOrd="0" parTransId="{DBCFAA40-D44C-4455-AAD8-D76C0BD1110D}" sibTransId="{FFF3F5C5-D2A2-4E7E-84F6-07402C178C49}"/>
    <dgm:cxn modelId="{AC7D0124-698D-48A6-AA97-E943B1F458D9}" type="presOf" srcId="{C0A122AA-49D7-4B2B-AD81-C28229AE7327}" destId="{63BB36AE-54F8-492D-8A0F-1B8CDCE57A42}" srcOrd="0" destOrd="0" presId="urn:microsoft.com/office/officeart/2005/8/layout/matrix3"/>
    <dgm:cxn modelId="{5D31CD2C-A1F5-4B4F-81C8-D56EB11A09BA}" srcId="{0797C282-A78F-4E50-A55B-7B8833F7F111}" destId="{0F816442-D307-4B91-AF1A-EE1372C14F38}" srcOrd="3" destOrd="0" parTransId="{FE1904EB-3896-4235-A0F3-64AA7E36B346}" sibTransId="{28DBCB00-202B-4B6F-8D7E-DDD920B30C37}"/>
    <dgm:cxn modelId="{BE4FC94A-5DB2-42B4-A8D5-2AAE3F87B0B6}" type="presOf" srcId="{0797C282-A78F-4E50-A55B-7B8833F7F111}" destId="{78D0A2C0-7CEA-4EF7-8182-3C1385572129}" srcOrd="0" destOrd="0" presId="urn:microsoft.com/office/officeart/2005/8/layout/matrix3"/>
    <dgm:cxn modelId="{ED22EAA2-E7C5-4786-B1ED-47E012CFBF02}" srcId="{0797C282-A78F-4E50-A55B-7B8833F7F111}" destId="{9AD9C8BA-BB06-4474-9780-934FCB091ACF}" srcOrd="0" destOrd="0" parTransId="{D772E788-8230-4209-B5B0-1CE39ACFA8EA}" sibTransId="{79717E58-719B-48EA-B9FB-86026E9D6557}"/>
    <dgm:cxn modelId="{D64C8CA4-254D-44EA-8A2B-875CBDB818CE}" type="presOf" srcId="{0F816442-D307-4B91-AF1A-EE1372C14F38}" destId="{F69F947F-E3BA-4B53-8B3B-6FDF79065EF8}" srcOrd="0" destOrd="0" presId="urn:microsoft.com/office/officeart/2005/8/layout/matrix3"/>
    <dgm:cxn modelId="{35F68BC5-2B2F-47BF-A321-3137F01CB7E5}" type="presOf" srcId="{9AD9C8BA-BB06-4474-9780-934FCB091ACF}" destId="{E55A6945-2ED9-4302-A70A-39062A85097B}" srcOrd="0" destOrd="0" presId="urn:microsoft.com/office/officeart/2005/8/layout/matrix3"/>
    <dgm:cxn modelId="{71C2D8E3-8AE6-4158-AB2D-9A3B7FBEB1C3}" srcId="{0797C282-A78F-4E50-A55B-7B8833F7F111}" destId="{C0A122AA-49D7-4B2B-AD81-C28229AE7327}" srcOrd="1" destOrd="0" parTransId="{E1DDB2E1-E5AA-4BD9-B42B-81A16BC80C54}" sibTransId="{E22CDEC2-7E3E-44FE-8421-E1C07527E36D}"/>
    <dgm:cxn modelId="{EE1296FD-0743-43CB-8884-8B75CAADC7A3}" type="presOf" srcId="{8427D991-7823-47ED-BC8E-F960D8B20C6C}" destId="{CF5BB6B1-6069-42B3-A27A-3BBEE5BC34E9}" srcOrd="0" destOrd="0" presId="urn:microsoft.com/office/officeart/2005/8/layout/matrix3"/>
    <dgm:cxn modelId="{6A603E12-D229-4105-B3DB-9A6F04C075C1}" type="presParOf" srcId="{78D0A2C0-7CEA-4EF7-8182-3C1385572129}" destId="{5AEDF13B-C165-449C-88ED-7E7F4F1281E0}" srcOrd="0" destOrd="0" presId="urn:microsoft.com/office/officeart/2005/8/layout/matrix3"/>
    <dgm:cxn modelId="{AEBA7E35-1754-4202-8052-4DC516164385}" type="presParOf" srcId="{78D0A2C0-7CEA-4EF7-8182-3C1385572129}" destId="{E55A6945-2ED9-4302-A70A-39062A85097B}" srcOrd="1" destOrd="0" presId="urn:microsoft.com/office/officeart/2005/8/layout/matrix3"/>
    <dgm:cxn modelId="{57DDA39C-D08C-428E-8970-31F3BAE9EB08}" type="presParOf" srcId="{78D0A2C0-7CEA-4EF7-8182-3C1385572129}" destId="{63BB36AE-54F8-492D-8A0F-1B8CDCE57A42}" srcOrd="2" destOrd="0" presId="urn:microsoft.com/office/officeart/2005/8/layout/matrix3"/>
    <dgm:cxn modelId="{50544F07-4CF3-421A-A2B6-93BCF9A36A0A}" type="presParOf" srcId="{78D0A2C0-7CEA-4EF7-8182-3C1385572129}" destId="{CF5BB6B1-6069-42B3-A27A-3BBEE5BC34E9}" srcOrd="3" destOrd="0" presId="urn:microsoft.com/office/officeart/2005/8/layout/matrix3"/>
    <dgm:cxn modelId="{79AED146-25A0-4AB7-9767-8FFF2D806215}" type="presParOf" srcId="{78D0A2C0-7CEA-4EF7-8182-3C1385572129}" destId="{F69F947F-E3BA-4B53-8B3B-6FDF79065EF8}" srcOrd="4" destOrd="0" presId="urn:microsoft.com/office/officeart/2005/8/layout/matrix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F14286C-85B2-40C5-8B89-D2C5E511338B}" type="doc">
      <dgm:prSet loTypeId="urn:microsoft.com/office/officeart/2005/8/layout/vProcess5" loCatId="process" qsTypeId="urn:microsoft.com/office/officeart/2005/8/quickstyle/simple1" qsCatId="simple" csTypeId="urn:microsoft.com/office/officeart/2005/8/colors/accent0_3" csCatId="mainScheme"/>
      <dgm:spPr/>
      <dgm:t>
        <a:bodyPr/>
        <a:lstStyle/>
        <a:p>
          <a:endParaRPr lang="en-US"/>
        </a:p>
      </dgm:t>
    </dgm:pt>
    <dgm:pt modelId="{B8C295C1-7BE9-4653-921A-ECE97819CD21}">
      <dgm:prSet/>
      <dgm:spPr/>
      <dgm:t>
        <a:bodyPr/>
        <a:lstStyle/>
        <a:p>
          <a:r>
            <a:rPr lang="en-US"/>
            <a:t>Asia Bibi case</a:t>
          </a:r>
        </a:p>
      </dgm:t>
    </dgm:pt>
    <dgm:pt modelId="{5C7F1A88-C4CA-466C-A727-DAE55CC84DF7}" type="parTrans" cxnId="{7D12E0C0-628A-4259-9521-F5494B8220F9}">
      <dgm:prSet/>
      <dgm:spPr/>
      <dgm:t>
        <a:bodyPr/>
        <a:lstStyle/>
        <a:p>
          <a:endParaRPr lang="en-US"/>
        </a:p>
      </dgm:t>
    </dgm:pt>
    <dgm:pt modelId="{B0FA150A-F7BC-495F-BA55-9B2E3469C289}" type="sibTrans" cxnId="{7D12E0C0-628A-4259-9521-F5494B8220F9}">
      <dgm:prSet/>
      <dgm:spPr/>
      <dgm:t>
        <a:bodyPr/>
        <a:lstStyle/>
        <a:p>
          <a:endParaRPr lang="en-US"/>
        </a:p>
      </dgm:t>
    </dgm:pt>
    <dgm:pt modelId="{8765F5BF-AAE7-4065-B4DA-6D8305DF2C18}">
      <dgm:prSet/>
      <dgm:spPr/>
      <dgm:t>
        <a:bodyPr/>
        <a:lstStyle/>
        <a:p>
          <a:r>
            <a:rPr lang="en-US"/>
            <a:t>1).In 2009 she was accused of blasphemy over a Muslim woman on  drinking from the same container.</a:t>
          </a:r>
        </a:p>
      </dgm:t>
    </dgm:pt>
    <dgm:pt modelId="{10C5A33C-EE74-4ACC-84CD-855D06841153}" type="parTrans" cxnId="{D923784E-32D7-4874-ADC2-7B34471574B4}">
      <dgm:prSet/>
      <dgm:spPr/>
      <dgm:t>
        <a:bodyPr/>
        <a:lstStyle/>
        <a:p>
          <a:endParaRPr lang="en-US"/>
        </a:p>
      </dgm:t>
    </dgm:pt>
    <dgm:pt modelId="{0867535F-AC16-4A57-AA9E-1D319F82F68F}" type="sibTrans" cxnId="{D923784E-32D7-4874-ADC2-7B34471574B4}">
      <dgm:prSet/>
      <dgm:spPr/>
      <dgm:t>
        <a:bodyPr/>
        <a:lstStyle/>
        <a:p>
          <a:endParaRPr lang="en-US"/>
        </a:p>
      </dgm:t>
    </dgm:pt>
    <dgm:pt modelId="{9FB86322-0C42-490E-86FF-4A3A43229244}">
      <dgm:prSet/>
      <dgm:spPr/>
      <dgm:t>
        <a:bodyPr/>
        <a:lstStyle/>
        <a:p>
          <a:r>
            <a:rPr lang="en-US"/>
            <a:t>2).Her sentenced to death  sparked  international outrage</a:t>
          </a:r>
        </a:p>
      </dgm:t>
    </dgm:pt>
    <dgm:pt modelId="{1858AC02-8444-41E6-9CBD-F969D03C9544}" type="parTrans" cxnId="{049BCE68-FD6D-476F-A0A7-B0E40938FF90}">
      <dgm:prSet/>
      <dgm:spPr/>
      <dgm:t>
        <a:bodyPr/>
        <a:lstStyle/>
        <a:p>
          <a:endParaRPr lang="en-US"/>
        </a:p>
      </dgm:t>
    </dgm:pt>
    <dgm:pt modelId="{95807764-191C-49E5-B7A2-55479628F297}" type="sibTrans" cxnId="{049BCE68-FD6D-476F-A0A7-B0E40938FF90}">
      <dgm:prSet/>
      <dgm:spPr/>
      <dgm:t>
        <a:bodyPr/>
        <a:lstStyle/>
        <a:p>
          <a:endParaRPr lang="en-US"/>
        </a:p>
      </dgm:t>
    </dgm:pt>
    <dgm:pt modelId="{5F45D9AC-8EDC-467C-B2E3-FCF68DE28351}">
      <dgm:prSet/>
      <dgm:spPr/>
      <dgm:t>
        <a:bodyPr/>
        <a:lstStyle/>
        <a:p>
          <a:r>
            <a:rPr lang="en-US"/>
            <a:t>Salman Taseer case</a:t>
          </a:r>
        </a:p>
      </dgm:t>
    </dgm:pt>
    <dgm:pt modelId="{896329F1-B4F2-448C-9A2F-146EDB64F81D}" type="parTrans" cxnId="{688A3012-7354-4FCF-9608-A3C4CEDEEFFE}">
      <dgm:prSet/>
      <dgm:spPr/>
      <dgm:t>
        <a:bodyPr/>
        <a:lstStyle/>
        <a:p>
          <a:endParaRPr lang="en-US"/>
        </a:p>
      </dgm:t>
    </dgm:pt>
    <dgm:pt modelId="{8311081F-2813-427B-852C-E57F9097BA7B}" type="sibTrans" cxnId="{688A3012-7354-4FCF-9608-A3C4CEDEEFFE}">
      <dgm:prSet/>
      <dgm:spPr/>
      <dgm:t>
        <a:bodyPr/>
        <a:lstStyle/>
        <a:p>
          <a:endParaRPr lang="en-US"/>
        </a:p>
      </dgm:t>
    </dgm:pt>
    <dgm:pt modelId="{A43DDEF5-06FD-4FD0-939F-CFE371F44D63}">
      <dgm:prSet/>
      <dgm:spPr/>
      <dgm:t>
        <a:bodyPr/>
        <a:lstStyle/>
        <a:p>
          <a:r>
            <a:rPr lang="en-US"/>
            <a:t>He was assassinated by his bodyguard, Mumtaz Qadri, for opposing Pakistan’s blasphemy laws and supporting clemency for Asia Bibi. </a:t>
          </a:r>
        </a:p>
      </dgm:t>
    </dgm:pt>
    <dgm:pt modelId="{37329837-7A51-441F-B46E-8A93ACA29482}" type="parTrans" cxnId="{679C71FF-9BD9-4395-B3CB-F7AAFB4EE608}">
      <dgm:prSet/>
      <dgm:spPr/>
      <dgm:t>
        <a:bodyPr/>
        <a:lstStyle/>
        <a:p>
          <a:endParaRPr lang="en-US"/>
        </a:p>
      </dgm:t>
    </dgm:pt>
    <dgm:pt modelId="{55DC62AF-356F-4686-99B4-46DDEC32CC29}" type="sibTrans" cxnId="{679C71FF-9BD9-4395-B3CB-F7AAFB4EE608}">
      <dgm:prSet/>
      <dgm:spPr/>
      <dgm:t>
        <a:bodyPr/>
        <a:lstStyle/>
        <a:p>
          <a:endParaRPr lang="en-US"/>
        </a:p>
      </dgm:t>
    </dgm:pt>
    <dgm:pt modelId="{2FA09B20-D573-40B5-8A4B-3CB64BD478C7}" type="pres">
      <dgm:prSet presAssocID="{3F14286C-85B2-40C5-8B89-D2C5E511338B}" presName="outerComposite" presStyleCnt="0">
        <dgm:presLayoutVars>
          <dgm:chMax val="5"/>
          <dgm:dir/>
          <dgm:resizeHandles val="exact"/>
        </dgm:presLayoutVars>
      </dgm:prSet>
      <dgm:spPr/>
    </dgm:pt>
    <dgm:pt modelId="{B340D7D2-790A-461E-8DAA-84C2D01E0EB5}" type="pres">
      <dgm:prSet presAssocID="{3F14286C-85B2-40C5-8B89-D2C5E511338B}" presName="dummyMaxCanvas" presStyleCnt="0">
        <dgm:presLayoutVars/>
      </dgm:prSet>
      <dgm:spPr/>
    </dgm:pt>
    <dgm:pt modelId="{04776891-508C-4AA4-A738-5BCD00A5E371}" type="pres">
      <dgm:prSet presAssocID="{3F14286C-85B2-40C5-8B89-D2C5E511338B}" presName="FiveNodes_1" presStyleLbl="node1" presStyleIdx="0" presStyleCnt="5">
        <dgm:presLayoutVars>
          <dgm:bulletEnabled val="1"/>
        </dgm:presLayoutVars>
      </dgm:prSet>
      <dgm:spPr/>
    </dgm:pt>
    <dgm:pt modelId="{E8565653-5E51-49E3-AB0C-1F2423E6B22D}" type="pres">
      <dgm:prSet presAssocID="{3F14286C-85B2-40C5-8B89-D2C5E511338B}" presName="FiveNodes_2" presStyleLbl="node1" presStyleIdx="1" presStyleCnt="5">
        <dgm:presLayoutVars>
          <dgm:bulletEnabled val="1"/>
        </dgm:presLayoutVars>
      </dgm:prSet>
      <dgm:spPr/>
    </dgm:pt>
    <dgm:pt modelId="{4B705F05-F12D-42A4-821C-D03FD7BADD6C}" type="pres">
      <dgm:prSet presAssocID="{3F14286C-85B2-40C5-8B89-D2C5E511338B}" presName="FiveNodes_3" presStyleLbl="node1" presStyleIdx="2" presStyleCnt="5">
        <dgm:presLayoutVars>
          <dgm:bulletEnabled val="1"/>
        </dgm:presLayoutVars>
      </dgm:prSet>
      <dgm:spPr/>
    </dgm:pt>
    <dgm:pt modelId="{59F929C9-6BF9-43F2-9896-0ADE17EA8CC2}" type="pres">
      <dgm:prSet presAssocID="{3F14286C-85B2-40C5-8B89-D2C5E511338B}" presName="FiveNodes_4" presStyleLbl="node1" presStyleIdx="3" presStyleCnt="5">
        <dgm:presLayoutVars>
          <dgm:bulletEnabled val="1"/>
        </dgm:presLayoutVars>
      </dgm:prSet>
      <dgm:spPr/>
    </dgm:pt>
    <dgm:pt modelId="{3BDFB4EC-35CC-41C8-8C37-CC6C26E37DB5}" type="pres">
      <dgm:prSet presAssocID="{3F14286C-85B2-40C5-8B89-D2C5E511338B}" presName="FiveNodes_5" presStyleLbl="node1" presStyleIdx="4" presStyleCnt="5">
        <dgm:presLayoutVars>
          <dgm:bulletEnabled val="1"/>
        </dgm:presLayoutVars>
      </dgm:prSet>
      <dgm:spPr/>
    </dgm:pt>
    <dgm:pt modelId="{BD2830AA-6BE5-47A1-860B-BC388B156D6A}" type="pres">
      <dgm:prSet presAssocID="{3F14286C-85B2-40C5-8B89-D2C5E511338B}" presName="FiveConn_1-2" presStyleLbl="fgAccFollowNode1" presStyleIdx="0" presStyleCnt="4">
        <dgm:presLayoutVars>
          <dgm:bulletEnabled val="1"/>
        </dgm:presLayoutVars>
      </dgm:prSet>
      <dgm:spPr/>
    </dgm:pt>
    <dgm:pt modelId="{3E3FBE5B-7213-436D-BEA8-DE7E7FFA0A1E}" type="pres">
      <dgm:prSet presAssocID="{3F14286C-85B2-40C5-8B89-D2C5E511338B}" presName="FiveConn_2-3" presStyleLbl="fgAccFollowNode1" presStyleIdx="1" presStyleCnt="4">
        <dgm:presLayoutVars>
          <dgm:bulletEnabled val="1"/>
        </dgm:presLayoutVars>
      </dgm:prSet>
      <dgm:spPr/>
    </dgm:pt>
    <dgm:pt modelId="{D790D5F6-22CA-43CE-9BC4-B2FA7906F613}" type="pres">
      <dgm:prSet presAssocID="{3F14286C-85B2-40C5-8B89-D2C5E511338B}" presName="FiveConn_3-4" presStyleLbl="fgAccFollowNode1" presStyleIdx="2" presStyleCnt="4">
        <dgm:presLayoutVars>
          <dgm:bulletEnabled val="1"/>
        </dgm:presLayoutVars>
      </dgm:prSet>
      <dgm:spPr/>
    </dgm:pt>
    <dgm:pt modelId="{254E7300-1C32-4CBB-B65F-6FB82757CCD0}" type="pres">
      <dgm:prSet presAssocID="{3F14286C-85B2-40C5-8B89-D2C5E511338B}" presName="FiveConn_4-5" presStyleLbl="fgAccFollowNode1" presStyleIdx="3" presStyleCnt="4">
        <dgm:presLayoutVars>
          <dgm:bulletEnabled val="1"/>
        </dgm:presLayoutVars>
      </dgm:prSet>
      <dgm:spPr/>
    </dgm:pt>
    <dgm:pt modelId="{89071845-81C1-4FAA-9DDB-CDC1CBA4597A}" type="pres">
      <dgm:prSet presAssocID="{3F14286C-85B2-40C5-8B89-D2C5E511338B}" presName="FiveNodes_1_text" presStyleLbl="node1" presStyleIdx="4" presStyleCnt="5">
        <dgm:presLayoutVars>
          <dgm:bulletEnabled val="1"/>
        </dgm:presLayoutVars>
      </dgm:prSet>
      <dgm:spPr/>
    </dgm:pt>
    <dgm:pt modelId="{6789E534-2F11-4CD9-92C0-0D116B61B5A1}" type="pres">
      <dgm:prSet presAssocID="{3F14286C-85B2-40C5-8B89-D2C5E511338B}" presName="FiveNodes_2_text" presStyleLbl="node1" presStyleIdx="4" presStyleCnt="5">
        <dgm:presLayoutVars>
          <dgm:bulletEnabled val="1"/>
        </dgm:presLayoutVars>
      </dgm:prSet>
      <dgm:spPr/>
    </dgm:pt>
    <dgm:pt modelId="{77E5CE2C-C687-441F-A992-04BD84EED37B}" type="pres">
      <dgm:prSet presAssocID="{3F14286C-85B2-40C5-8B89-D2C5E511338B}" presName="FiveNodes_3_text" presStyleLbl="node1" presStyleIdx="4" presStyleCnt="5">
        <dgm:presLayoutVars>
          <dgm:bulletEnabled val="1"/>
        </dgm:presLayoutVars>
      </dgm:prSet>
      <dgm:spPr/>
    </dgm:pt>
    <dgm:pt modelId="{BE4CAA50-314C-46A8-AEDD-2EEEB66740E9}" type="pres">
      <dgm:prSet presAssocID="{3F14286C-85B2-40C5-8B89-D2C5E511338B}" presName="FiveNodes_4_text" presStyleLbl="node1" presStyleIdx="4" presStyleCnt="5">
        <dgm:presLayoutVars>
          <dgm:bulletEnabled val="1"/>
        </dgm:presLayoutVars>
      </dgm:prSet>
      <dgm:spPr/>
    </dgm:pt>
    <dgm:pt modelId="{C0ABDF41-A949-40D3-8773-E17D083666C4}" type="pres">
      <dgm:prSet presAssocID="{3F14286C-85B2-40C5-8B89-D2C5E511338B}" presName="FiveNodes_5_text" presStyleLbl="node1" presStyleIdx="4" presStyleCnt="5">
        <dgm:presLayoutVars>
          <dgm:bulletEnabled val="1"/>
        </dgm:presLayoutVars>
      </dgm:prSet>
      <dgm:spPr/>
    </dgm:pt>
  </dgm:ptLst>
  <dgm:cxnLst>
    <dgm:cxn modelId="{CE2B5607-45DC-4C33-A83C-D182E0F5474C}" type="presOf" srcId="{5F45D9AC-8EDC-467C-B2E3-FCF68DE28351}" destId="{59F929C9-6BF9-43F2-9896-0ADE17EA8CC2}" srcOrd="0" destOrd="0" presId="urn:microsoft.com/office/officeart/2005/8/layout/vProcess5"/>
    <dgm:cxn modelId="{A727E509-3F97-4E3C-9FBF-0D562A64B9AB}" type="presOf" srcId="{8765F5BF-AAE7-4065-B4DA-6D8305DF2C18}" destId="{6789E534-2F11-4CD9-92C0-0D116B61B5A1}" srcOrd="1" destOrd="0" presId="urn:microsoft.com/office/officeart/2005/8/layout/vProcess5"/>
    <dgm:cxn modelId="{688A3012-7354-4FCF-9608-A3C4CEDEEFFE}" srcId="{3F14286C-85B2-40C5-8B89-D2C5E511338B}" destId="{5F45D9AC-8EDC-467C-B2E3-FCF68DE28351}" srcOrd="3" destOrd="0" parTransId="{896329F1-B4F2-448C-9A2F-146EDB64F81D}" sibTransId="{8311081F-2813-427B-852C-E57F9097BA7B}"/>
    <dgm:cxn modelId="{FA75EB27-CFAB-4997-86D0-ED0CA61EDFAC}" type="presOf" srcId="{8311081F-2813-427B-852C-E57F9097BA7B}" destId="{254E7300-1C32-4CBB-B65F-6FB82757CCD0}" srcOrd="0" destOrd="0" presId="urn:microsoft.com/office/officeart/2005/8/layout/vProcess5"/>
    <dgm:cxn modelId="{CC868D2D-D893-4710-9727-034AA3808EB8}" type="presOf" srcId="{9FB86322-0C42-490E-86FF-4A3A43229244}" destId="{77E5CE2C-C687-441F-A992-04BD84EED37B}" srcOrd="1" destOrd="0" presId="urn:microsoft.com/office/officeart/2005/8/layout/vProcess5"/>
    <dgm:cxn modelId="{FDB0D238-C574-43C4-88E0-4B0AEE8C09E0}" type="presOf" srcId="{A43DDEF5-06FD-4FD0-939F-CFE371F44D63}" destId="{C0ABDF41-A949-40D3-8773-E17D083666C4}" srcOrd="1" destOrd="0" presId="urn:microsoft.com/office/officeart/2005/8/layout/vProcess5"/>
    <dgm:cxn modelId="{049BCE68-FD6D-476F-A0A7-B0E40938FF90}" srcId="{3F14286C-85B2-40C5-8B89-D2C5E511338B}" destId="{9FB86322-0C42-490E-86FF-4A3A43229244}" srcOrd="2" destOrd="0" parTransId="{1858AC02-8444-41E6-9CBD-F969D03C9544}" sibTransId="{95807764-191C-49E5-B7A2-55479628F297}"/>
    <dgm:cxn modelId="{D923784E-32D7-4874-ADC2-7B34471574B4}" srcId="{3F14286C-85B2-40C5-8B89-D2C5E511338B}" destId="{8765F5BF-AAE7-4065-B4DA-6D8305DF2C18}" srcOrd="1" destOrd="0" parTransId="{10C5A33C-EE74-4ACC-84CD-855D06841153}" sibTransId="{0867535F-AC16-4A57-AA9E-1D319F82F68F}"/>
    <dgm:cxn modelId="{7A026D51-E0E0-4C8C-A7B6-D3DFEDF91981}" type="presOf" srcId="{B0FA150A-F7BC-495F-BA55-9B2E3469C289}" destId="{BD2830AA-6BE5-47A1-860B-BC388B156D6A}" srcOrd="0" destOrd="0" presId="urn:microsoft.com/office/officeart/2005/8/layout/vProcess5"/>
    <dgm:cxn modelId="{012F255A-0EDB-43A4-AAE2-79009D205FED}" type="presOf" srcId="{9FB86322-0C42-490E-86FF-4A3A43229244}" destId="{4B705F05-F12D-42A4-821C-D03FD7BADD6C}" srcOrd="0" destOrd="0" presId="urn:microsoft.com/office/officeart/2005/8/layout/vProcess5"/>
    <dgm:cxn modelId="{73F5207E-C049-47F9-B7A2-EB6ACA7F7AD6}" type="presOf" srcId="{8765F5BF-AAE7-4065-B4DA-6D8305DF2C18}" destId="{E8565653-5E51-49E3-AB0C-1F2423E6B22D}" srcOrd="0" destOrd="0" presId="urn:microsoft.com/office/officeart/2005/8/layout/vProcess5"/>
    <dgm:cxn modelId="{1C49828E-374A-440F-8C2A-7F8F7EEF1CB0}" type="presOf" srcId="{B8C295C1-7BE9-4653-921A-ECE97819CD21}" destId="{89071845-81C1-4FAA-9DDB-CDC1CBA4597A}" srcOrd="1" destOrd="0" presId="urn:microsoft.com/office/officeart/2005/8/layout/vProcess5"/>
    <dgm:cxn modelId="{88166DA1-2372-42A8-A082-958768EC8A46}" type="presOf" srcId="{3F14286C-85B2-40C5-8B89-D2C5E511338B}" destId="{2FA09B20-D573-40B5-8A4B-3CB64BD478C7}" srcOrd="0" destOrd="0" presId="urn:microsoft.com/office/officeart/2005/8/layout/vProcess5"/>
    <dgm:cxn modelId="{7D12E0C0-628A-4259-9521-F5494B8220F9}" srcId="{3F14286C-85B2-40C5-8B89-D2C5E511338B}" destId="{B8C295C1-7BE9-4653-921A-ECE97819CD21}" srcOrd="0" destOrd="0" parTransId="{5C7F1A88-C4CA-466C-A727-DAE55CC84DF7}" sibTransId="{B0FA150A-F7BC-495F-BA55-9B2E3469C289}"/>
    <dgm:cxn modelId="{F8458CE2-E291-44DE-A61D-E98B97E2E071}" type="presOf" srcId="{A43DDEF5-06FD-4FD0-939F-CFE371F44D63}" destId="{3BDFB4EC-35CC-41C8-8C37-CC6C26E37DB5}" srcOrd="0" destOrd="0" presId="urn:microsoft.com/office/officeart/2005/8/layout/vProcess5"/>
    <dgm:cxn modelId="{AD40E7EB-ECD9-41E3-B731-53778B17B5D1}" type="presOf" srcId="{B8C295C1-7BE9-4653-921A-ECE97819CD21}" destId="{04776891-508C-4AA4-A738-5BCD00A5E371}" srcOrd="0" destOrd="0" presId="urn:microsoft.com/office/officeart/2005/8/layout/vProcess5"/>
    <dgm:cxn modelId="{0C34A5EC-E69B-4439-A019-B582149174A4}" type="presOf" srcId="{5F45D9AC-8EDC-467C-B2E3-FCF68DE28351}" destId="{BE4CAA50-314C-46A8-AEDD-2EEEB66740E9}" srcOrd="1" destOrd="0" presId="urn:microsoft.com/office/officeart/2005/8/layout/vProcess5"/>
    <dgm:cxn modelId="{FE46A8ED-D340-4F34-ACC1-F15424A44885}" type="presOf" srcId="{95807764-191C-49E5-B7A2-55479628F297}" destId="{D790D5F6-22CA-43CE-9BC4-B2FA7906F613}" srcOrd="0" destOrd="0" presId="urn:microsoft.com/office/officeart/2005/8/layout/vProcess5"/>
    <dgm:cxn modelId="{CF2C2BF1-26B4-4405-9B1A-4BD8F9FF1EBA}" type="presOf" srcId="{0867535F-AC16-4A57-AA9E-1D319F82F68F}" destId="{3E3FBE5B-7213-436D-BEA8-DE7E7FFA0A1E}" srcOrd="0" destOrd="0" presId="urn:microsoft.com/office/officeart/2005/8/layout/vProcess5"/>
    <dgm:cxn modelId="{679C71FF-9BD9-4395-B3CB-F7AAFB4EE608}" srcId="{3F14286C-85B2-40C5-8B89-D2C5E511338B}" destId="{A43DDEF5-06FD-4FD0-939F-CFE371F44D63}" srcOrd="4" destOrd="0" parTransId="{37329837-7A51-441F-B46E-8A93ACA29482}" sibTransId="{55DC62AF-356F-4686-99B4-46DDEC32CC29}"/>
    <dgm:cxn modelId="{EE4DC07D-3D0F-4DC8-AAE1-1FD8C11894DA}" type="presParOf" srcId="{2FA09B20-D573-40B5-8A4B-3CB64BD478C7}" destId="{B340D7D2-790A-461E-8DAA-84C2D01E0EB5}" srcOrd="0" destOrd="0" presId="urn:microsoft.com/office/officeart/2005/8/layout/vProcess5"/>
    <dgm:cxn modelId="{D036D3CA-1CAA-443D-B077-C6345D4DAD14}" type="presParOf" srcId="{2FA09B20-D573-40B5-8A4B-3CB64BD478C7}" destId="{04776891-508C-4AA4-A738-5BCD00A5E371}" srcOrd="1" destOrd="0" presId="urn:microsoft.com/office/officeart/2005/8/layout/vProcess5"/>
    <dgm:cxn modelId="{EF7BC3DB-BE7C-405F-BAE8-00FC72E70EDF}" type="presParOf" srcId="{2FA09B20-D573-40B5-8A4B-3CB64BD478C7}" destId="{E8565653-5E51-49E3-AB0C-1F2423E6B22D}" srcOrd="2" destOrd="0" presId="urn:microsoft.com/office/officeart/2005/8/layout/vProcess5"/>
    <dgm:cxn modelId="{51F67379-360B-41D2-A97D-DDD0387B5324}" type="presParOf" srcId="{2FA09B20-D573-40B5-8A4B-3CB64BD478C7}" destId="{4B705F05-F12D-42A4-821C-D03FD7BADD6C}" srcOrd="3" destOrd="0" presId="urn:microsoft.com/office/officeart/2005/8/layout/vProcess5"/>
    <dgm:cxn modelId="{54ECC764-4C27-44F9-9CFC-BD191175333B}" type="presParOf" srcId="{2FA09B20-D573-40B5-8A4B-3CB64BD478C7}" destId="{59F929C9-6BF9-43F2-9896-0ADE17EA8CC2}" srcOrd="4" destOrd="0" presId="urn:microsoft.com/office/officeart/2005/8/layout/vProcess5"/>
    <dgm:cxn modelId="{6816D93B-8BF3-458E-AEC3-33FADFEB6235}" type="presParOf" srcId="{2FA09B20-D573-40B5-8A4B-3CB64BD478C7}" destId="{3BDFB4EC-35CC-41C8-8C37-CC6C26E37DB5}" srcOrd="5" destOrd="0" presId="urn:microsoft.com/office/officeart/2005/8/layout/vProcess5"/>
    <dgm:cxn modelId="{21E483B0-B5F4-4ECE-854C-CB5D18FC20B7}" type="presParOf" srcId="{2FA09B20-D573-40B5-8A4B-3CB64BD478C7}" destId="{BD2830AA-6BE5-47A1-860B-BC388B156D6A}" srcOrd="6" destOrd="0" presId="urn:microsoft.com/office/officeart/2005/8/layout/vProcess5"/>
    <dgm:cxn modelId="{DE07143C-58CC-4A8F-A359-7B60B3C51E84}" type="presParOf" srcId="{2FA09B20-D573-40B5-8A4B-3CB64BD478C7}" destId="{3E3FBE5B-7213-436D-BEA8-DE7E7FFA0A1E}" srcOrd="7" destOrd="0" presId="urn:microsoft.com/office/officeart/2005/8/layout/vProcess5"/>
    <dgm:cxn modelId="{C33145F4-C5BF-4868-BC1C-DCAE96339BCF}" type="presParOf" srcId="{2FA09B20-D573-40B5-8A4B-3CB64BD478C7}" destId="{D790D5F6-22CA-43CE-9BC4-B2FA7906F613}" srcOrd="8" destOrd="0" presId="urn:microsoft.com/office/officeart/2005/8/layout/vProcess5"/>
    <dgm:cxn modelId="{ABCA6833-E3E1-4C66-BBFE-EEDCE2EF8A0A}" type="presParOf" srcId="{2FA09B20-D573-40B5-8A4B-3CB64BD478C7}" destId="{254E7300-1C32-4CBB-B65F-6FB82757CCD0}" srcOrd="9" destOrd="0" presId="urn:microsoft.com/office/officeart/2005/8/layout/vProcess5"/>
    <dgm:cxn modelId="{C45751A4-4C01-426A-AB4A-BE65BB04B7E3}" type="presParOf" srcId="{2FA09B20-D573-40B5-8A4B-3CB64BD478C7}" destId="{89071845-81C1-4FAA-9DDB-CDC1CBA4597A}" srcOrd="10" destOrd="0" presId="urn:microsoft.com/office/officeart/2005/8/layout/vProcess5"/>
    <dgm:cxn modelId="{2B56BC7A-2D7A-46CF-A2B9-360991440535}" type="presParOf" srcId="{2FA09B20-D573-40B5-8A4B-3CB64BD478C7}" destId="{6789E534-2F11-4CD9-92C0-0D116B61B5A1}" srcOrd="11" destOrd="0" presId="urn:microsoft.com/office/officeart/2005/8/layout/vProcess5"/>
    <dgm:cxn modelId="{6C0278E8-2878-4598-BDF4-04B8381C40E3}" type="presParOf" srcId="{2FA09B20-D573-40B5-8A4B-3CB64BD478C7}" destId="{77E5CE2C-C687-441F-A992-04BD84EED37B}" srcOrd="12" destOrd="0" presId="urn:microsoft.com/office/officeart/2005/8/layout/vProcess5"/>
    <dgm:cxn modelId="{BBD52019-D724-4DA8-B9A5-87195FC6FDC8}" type="presParOf" srcId="{2FA09B20-D573-40B5-8A4B-3CB64BD478C7}" destId="{BE4CAA50-314C-46A8-AEDD-2EEEB66740E9}" srcOrd="13" destOrd="0" presId="urn:microsoft.com/office/officeart/2005/8/layout/vProcess5"/>
    <dgm:cxn modelId="{A6977FDC-DC41-4EE0-B444-65C3EF7F8EEB}" type="presParOf" srcId="{2FA09B20-D573-40B5-8A4B-3CB64BD478C7}" destId="{C0ABDF41-A949-40D3-8773-E17D083666C4}"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24B006-D8E7-476F-8003-A412CA086685}">
      <dsp:nvSpPr>
        <dsp:cNvPr id="0" name=""/>
        <dsp:cNvSpPr/>
      </dsp:nvSpPr>
      <dsp:spPr>
        <a:xfrm>
          <a:off x="0" y="96294"/>
          <a:ext cx="3174182" cy="1904509"/>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2489200" rtl="0">
            <a:lnSpc>
              <a:spcPct val="90000"/>
            </a:lnSpc>
            <a:spcBef>
              <a:spcPct val="0"/>
            </a:spcBef>
            <a:spcAft>
              <a:spcPct val="35000"/>
            </a:spcAft>
            <a:buNone/>
          </a:pPr>
          <a:r>
            <a:rPr lang="en-US" sz="5600" kern="1200" dirty="0">
              <a:latin typeface="Century Gothic" panose="020B0502020202020204"/>
            </a:rPr>
            <a:t>Noman </a:t>
          </a:r>
          <a:endParaRPr lang="en-US" sz="5600" kern="1200" dirty="0"/>
        </a:p>
      </dsp:txBody>
      <dsp:txXfrm>
        <a:off x="0" y="96294"/>
        <a:ext cx="3174182" cy="1904509"/>
      </dsp:txXfrm>
    </dsp:sp>
    <dsp:sp modelId="{B86B555C-AAC1-4E92-BC2A-31DABFED1F23}">
      <dsp:nvSpPr>
        <dsp:cNvPr id="0" name=""/>
        <dsp:cNvSpPr/>
      </dsp:nvSpPr>
      <dsp:spPr>
        <a:xfrm>
          <a:off x="3491600" y="96294"/>
          <a:ext cx="3174182" cy="1904509"/>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2489200" rtl="0">
            <a:lnSpc>
              <a:spcPct val="90000"/>
            </a:lnSpc>
            <a:spcBef>
              <a:spcPct val="0"/>
            </a:spcBef>
            <a:spcAft>
              <a:spcPct val="35000"/>
            </a:spcAft>
            <a:buNone/>
          </a:pPr>
          <a:r>
            <a:rPr lang="en-US" sz="5600" kern="1200" dirty="0">
              <a:latin typeface="Century Gothic" panose="020B0502020202020204"/>
            </a:rPr>
            <a:t>Sharjeel</a:t>
          </a:r>
        </a:p>
      </dsp:txBody>
      <dsp:txXfrm>
        <a:off x="3491600" y="96294"/>
        <a:ext cx="3174182" cy="1904509"/>
      </dsp:txXfrm>
    </dsp:sp>
    <dsp:sp modelId="{958F973E-0B9A-4C04-BDF3-F3DA631DB600}">
      <dsp:nvSpPr>
        <dsp:cNvPr id="0" name=""/>
        <dsp:cNvSpPr/>
      </dsp:nvSpPr>
      <dsp:spPr>
        <a:xfrm>
          <a:off x="6983201" y="96294"/>
          <a:ext cx="3174182" cy="1904509"/>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2489200" rtl="0">
            <a:lnSpc>
              <a:spcPct val="90000"/>
            </a:lnSpc>
            <a:spcBef>
              <a:spcPct val="0"/>
            </a:spcBef>
            <a:spcAft>
              <a:spcPct val="35000"/>
            </a:spcAft>
            <a:buNone/>
          </a:pPr>
          <a:r>
            <a:rPr lang="en-US" sz="5600" kern="1200" dirty="0">
              <a:latin typeface="Century Gothic" panose="020B0502020202020204"/>
            </a:rPr>
            <a:t>Moeez</a:t>
          </a:r>
        </a:p>
      </dsp:txBody>
      <dsp:txXfrm>
        <a:off x="6983201" y="96294"/>
        <a:ext cx="3174182" cy="1904509"/>
      </dsp:txXfrm>
    </dsp:sp>
    <dsp:sp modelId="{8AFC7F4A-9DE6-45E0-AD4E-94107753D8B8}">
      <dsp:nvSpPr>
        <dsp:cNvPr id="0" name=""/>
        <dsp:cNvSpPr/>
      </dsp:nvSpPr>
      <dsp:spPr>
        <a:xfrm>
          <a:off x="1745800" y="2318222"/>
          <a:ext cx="3174182" cy="1904509"/>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2489200">
            <a:lnSpc>
              <a:spcPct val="90000"/>
            </a:lnSpc>
            <a:spcBef>
              <a:spcPct val="0"/>
            </a:spcBef>
            <a:spcAft>
              <a:spcPct val="35000"/>
            </a:spcAft>
            <a:buNone/>
          </a:pPr>
          <a:r>
            <a:rPr lang="en-US" sz="5600" kern="1200" dirty="0">
              <a:latin typeface="Century Gothic" panose="020B0502020202020204"/>
            </a:rPr>
            <a:t>Zain</a:t>
          </a:r>
          <a:endParaRPr lang="en-US" sz="5600" kern="1200" dirty="0"/>
        </a:p>
      </dsp:txBody>
      <dsp:txXfrm>
        <a:off x="1745800" y="2318222"/>
        <a:ext cx="3174182" cy="1904509"/>
      </dsp:txXfrm>
    </dsp:sp>
    <dsp:sp modelId="{31B6DB84-5F45-4220-8B43-729F2EDE475F}">
      <dsp:nvSpPr>
        <dsp:cNvPr id="0" name=""/>
        <dsp:cNvSpPr/>
      </dsp:nvSpPr>
      <dsp:spPr>
        <a:xfrm>
          <a:off x="5237401" y="2318222"/>
          <a:ext cx="3174182" cy="1904509"/>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2489200">
            <a:lnSpc>
              <a:spcPct val="90000"/>
            </a:lnSpc>
            <a:spcBef>
              <a:spcPct val="0"/>
            </a:spcBef>
            <a:spcAft>
              <a:spcPct val="35000"/>
            </a:spcAft>
            <a:buNone/>
          </a:pPr>
          <a:r>
            <a:rPr lang="en-US" sz="5600" kern="1200" dirty="0">
              <a:latin typeface="Century Gothic" panose="020B0502020202020204"/>
            </a:rPr>
            <a:t>Arooj</a:t>
          </a:r>
          <a:endParaRPr lang="en-US" sz="5600" kern="1200" dirty="0"/>
        </a:p>
      </dsp:txBody>
      <dsp:txXfrm>
        <a:off x="5237401" y="2318222"/>
        <a:ext cx="3174182" cy="19045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EDDE3-ADC8-4A8A-85D7-78AEEE6F5A08}">
      <dsp:nvSpPr>
        <dsp:cNvPr id="0" name=""/>
        <dsp:cNvSpPr/>
      </dsp:nvSpPr>
      <dsp:spPr>
        <a:xfrm>
          <a:off x="0" y="763079"/>
          <a:ext cx="7314078" cy="984555"/>
        </a:xfrm>
        <a:prstGeom prst="roundRect">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To argue that blasphemy should not be treated as a Hadd offence.</a:t>
          </a:r>
        </a:p>
      </dsp:txBody>
      <dsp:txXfrm>
        <a:off x="48062" y="811141"/>
        <a:ext cx="7217954" cy="888431"/>
      </dsp:txXfrm>
    </dsp:sp>
    <dsp:sp modelId="{75568C9E-ADEE-496E-9BFB-ACF215DDAF41}">
      <dsp:nvSpPr>
        <dsp:cNvPr id="0" name=""/>
        <dsp:cNvSpPr/>
      </dsp:nvSpPr>
      <dsp:spPr>
        <a:xfrm>
          <a:off x="0" y="1799474"/>
          <a:ext cx="7314078" cy="984555"/>
        </a:xfrm>
        <a:prstGeom prst="roundRect">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To underscore that there is no ijma on the existence of a mandatory  death penalty for non-Muslims.</a:t>
          </a:r>
        </a:p>
      </dsp:txBody>
      <dsp:txXfrm>
        <a:off x="48062" y="1847536"/>
        <a:ext cx="7217954" cy="888431"/>
      </dsp:txXfrm>
    </dsp:sp>
    <dsp:sp modelId="{C03E0384-AD1A-4642-B6B2-6443E03EFD7C}">
      <dsp:nvSpPr>
        <dsp:cNvPr id="0" name=""/>
        <dsp:cNvSpPr/>
      </dsp:nvSpPr>
      <dsp:spPr>
        <a:xfrm>
          <a:off x="0" y="2835869"/>
          <a:ext cx="7314078" cy="984555"/>
        </a:xfrm>
        <a:prstGeom prst="roundRect">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To underscore that the current narrative on the law is not an accurate  representation of the Hanafi tradition and therefore, not an accurate representation of the Islamic legal tradition. </a:t>
          </a:r>
        </a:p>
      </dsp:txBody>
      <dsp:txXfrm>
        <a:off x="48062" y="2883931"/>
        <a:ext cx="7217954" cy="888431"/>
      </dsp:txXfrm>
    </dsp:sp>
    <dsp:sp modelId="{BDA07B9D-49B1-4CFB-8375-BEE27CB11DF5}">
      <dsp:nvSpPr>
        <dsp:cNvPr id="0" name=""/>
        <dsp:cNvSpPr/>
      </dsp:nvSpPr>
      <dsp:spPr>
        <a:xfrm>
          <a:off x="0" y="3872264"/>
          <a:ext cx="7314078" cy="984555"/>
        </a:xfrm>
        <a:prstGeom prst="roundRect">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To argue that the law cannot be indiscriminately applied to both Muslims and non-Muslims. </a:t>
          </a:r>
        </a:p>
      </dsp:txBody>
      <dsp:txXfrm>
        <a:off x="48062" y="3920326"/>
        <a:ext cx="7217954" cy="888431"/>
      </dsp:txXfrm>
    </dsp:sp>
    <dsp:sp modelId="{ACF5253D-6F83-46AA-8735-CCC283C460AE}">
      <dsp:nvSpPr>
        <dsp:cNvPr id="0" name=""/>
        <dsp:cNvSpPr/>
      </dsp:nvSpPr>
      <dsp:spPr>
        <a:xfrm>
          <a:off x="0" y="4908659"/>
          <a:ext cx="7314078" cy="984555"/>
        </a:xfrm>
        <a:prstGeom prst="roundRect">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To highlight the fact that the option of a pardon exists within the Islamic legal tradition for those who insult the Prophet.</a:t>
          </a:r>
        </a:p>
      </dsp:txBody>
      <dsp:txXfrm>
        <a:off x="48062" y="4956721"/>
        <a:ext cx="7217954" cy="8884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E8FA92-8E09-4E73-8AE0-8CA96B2FA26A}">
      <dsp:nvSpPr>
        <dsp:cNvPr id="0" name=""/>
        <dsp:cNvSpPr/>
      </dsp:nvSpPr>
      <dsp:spPr>
        <a:xfrm>
          <a:off x="1015693" y="0"/>
          <a:ext cx="5815526" cy="5815526"/>
        </a:xfrm>
        <a:prstGeom prst="diamond">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A14563-10E4-484C-9F6B-4745D159E004}">
      <dsp:nvSpPr>
        <dsp:cNvPr id="0" name=""/>
        <dsp:cNvSpPr/>
      </dsp:nvSpPr>
      <dsp:spPr>
        <a:xfrm>
          <a:off x="1568168" y="552474"/>
          <a:ext cx="2268055" cy="2268055"/>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Controversial laws of 1860</a:t>
          </a:r>
          <a:br>
            <a:rPr lang="en-US" sz="1900" kern="1200"/>
          </a:br>
          <a:endParaRPr lang="en-US" sz="1900" kern="1200"/>
        </a:p>
      </dsp:txBody>
      <dsp:txXfrm>
        <a:off x="1678885" y="663191"/>
        <a:ext cx="2046621" cy="2046621"/>
      </dsp:txXfrm>
    </dsp:sp>
    <dsp:sp modelId="{2A6DDE7E-D9FC-4B2E-92A2-60D257E659FB}">
      <dsp:nvSpPr>
        <dsp:cNvPr id="0" name=""/>
        <dsp:cNvSpPr/>
      </dsp:nvSpPr>
      <dsp:spPr>
        <a:xfrm>
          <a:off x="4010689" y="552474"/>
          <a:ext cx="2268055" cy="2268055"/>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Section 295 and 298 were introduced</a:t>
          </a:r>
        </a:p>
      </dsp:txBody>
      <dsp:txXfrm>
        <a:off x="4121406" y="663191"/>
        <a:ext cx="2046621" cy="2046621"/>
      </dsp:txXfrm>
    </dsp:sp>
    <dsp:sp modelId="{5BA07534-D590-4FF5-9D0C-0BBFA6AB5C1C}">
      <dsp:nvSpPr>
        <dsp:cNvPr id="0" name=""/>
        <dsp:cNvSpPr/>
      </dsp:nvSpPr>
      <dsp:spPr>
        <a:xfrm>
          <a:off x="1568168" y="2994995"/>
          <a:ext cx="2268055" cy="2268055"/>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Mahase Rajpal case 1927</a:t>
          </a:r>
          <a:endParaRPr lang="en-US" sz="1900" kern="1200"/>
        </a:p>
      </dsp:txBody>
      <dsp:txXfrm>
        <a:off x="1678885" y="3105712"/>
        <a:ext cx="2046621" cy="2046621"/>
      </dsp:txXfrm>
    </dsp:sp>
    <dsp:sp modelId="{B5819E67-2A07-40B0-BEA6-C0244C04535E}">
      <dsp:nvSpPr>
        <dsp:cNvPr id="0" name=""/>
        <dsp:cNvSpPr/>
      </dsp:nvSpPr>
      <dsp:spPr>
        <a:xfrm>
          <a:off x="4010689" y="2994995"/>
          <a:ext cx="2268055" cy="2268055"/>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He was murdered by Ilm-ud-din, a man seeking revenge for the perceived insult</a:t>
          </a:r>
        </a:p>
      </dsp:txBody>
      <dsp:txXfrm>
        <a:off x="4121406" y="3105712"/>
        <a:ext cx="2046621" cy="20466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A4DBFC-3E64-4156-A7B8-196986C21AED}">
      <dsp:nvSpPr>
        <dsp:cNvPr id="0" name=""/>
        <dsp:cNvSpPr/>
      </dsp:nvSpPr>
      <dsp:spPr>
        <a:xfrm>
          <a:off x="0" y="4183820"/>
          <a:ext cx="6645928" cy="1373223"/>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Offensive acts like </a:t>
          </a:r>
          <a:r>
            <a:rPr lang="en-US" sz="2100" i="1" kern="1200"/>
            <a:t>The Satanic Verses</a:t>
          </a:r>
          <a:r>
            <a:rPr lang="en-US" sz="2100" kern="1200"/>
            <a:t> by Salman Rushdie and cartoons of Prophet Muhammad (PBUH) in </a:t>
          </a:r>
          <a:r>
            <a:rPr lang="en-US" sz="2100" i="1" kern="1200"/>
            <a:t>Charlie Hebdo</a:t>
          </a:r>
          <a:r>
            <a:rPr lang="en-US" sz="2100" kern="1200"/>
            <a:t>  can be prevented</a:t>
          </a:r>
        </a:p>
      </dsp:txBody>
      <dsp:txXfrm>
        <a:off x="0" y="4183820"/>
        <a:ext cx="6645928" cy="1373223"/>
      </dsp:txXfrm>
    </dsp:sp>
    <dsp:sp modelId="{1B292B64-8467-4264-B30F-B77FD21A3B67}">
      <dsp:nvSpPr>
        <dsp:cNvPr id="0" name=""/>
        <dsp:cNvSpPr/>
      </dsp:nvSpPr>
      <dsp:spPr>
        <a:xfrm rot="10800000">
          <a:off x="0" y="2092401"/>
          <a:ext cx="6645928" cy="2112017"/>
        </a:xfrm>
        <a:prstGeom prst="upArrowCallou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Quran explicitly states in </a:t>
          </a:r>
          <a:r>
            <a:rPr lang="en-US" sz="2100" b="1" kern="1200"/>
            <a:t>Surah Al-Ahzab (33:6)</a:t>
          </a:r>
          <a:r>
            <a:rPr lang="en-US" sz="2100" kern="1200"/>
            <a:t> that the Prophet is "</a:t>
          </a:r>
          <a:r>
            <a:rPr lang="en-US" sz="2100" b="1" kern="1200"/>
            <a:t>dearer to the believers than their own selves</a:t>
          </a:r>
          <a:r>
            <a:rPr lang="en-US" sz="2100" kern="1200"/>
            <a:t>"</a:t>
          </a:r>
        </a:p>
      </dsp:txBody>
      <dsp:txXfrm rot="10800000">
        <a:off x="0" y="2092401"/>
        <a:ext cx="6645928" cy="1372325"/>
      </dsp:txXfrm>
    </dsp:sp>
    <dsp:sp modelId="{C35F4942-FF01-4046-8762-92458CE69178}">
      <dsp:nvSpPr>
        <dsp:cNvPr id="0" name=""/>
        <dsp:cNvSpPr/>
      </dsp:nvSpPr>
      <dsp:spPr>
        <a:xfrm rot="10800000">
          <a:off x="0" y="982"/>
          <a:ext cx="6645928" cy="2112017"/>
        </a:xfrm>
        <a:prstGeom prst="upArrowCallou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Prophet Muhammad (PBUH) is not just a spiritual guide but the embodiment of excellence. </a:t>
          </a:r>
        </a:p>
      </dsp:txBody>
      <dsp:txXfrm rot="10800000">
        <a:off x="0" y="982"/>
        <a:ext cx="6645928" cy="137232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2330E2-D3F5-4B53-ABDF-55ACE1C5650D}">
      <dsp:nvSpPr>
        <dsp:cNvPr id="0" name=""/>
        <dsp:cNvSpPr/>
      </dsp:nvSpPr>
      <dsp:spPr>
        <a:xfrm>
          <a:off x="1147" y="536200"/>
          <a:ext cx="4029452" cy="2558702"/>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58EF579-3457-407A-BF32-6904998261D4}">
      <dsp:nvSpPr>
        <dsp:cNvPr id="0" name=""/>
        <dsp:cNvSpPr/>
      </dsp:nvSpPr>
      <dsp:spPr>
        <a:xfrm>
          <a:off x="448864" y="961531"/>
          <a:ext cx="4029452" cy="2558702"/>
        </a:xfrm>
        <a:prstGeom prst="roundRect">
          <a:avLst>
            <a:gd name="adj" fmla="val 10000"/>
          </a:avLst>
        </a:prstGeom>
        <a:solidFill>
          <a:schemeClr val="lt1">
            <a:alpha val="90000"/>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a:t>Imam Ahmed ibn e hanbal</a:t>
          </a:r>
          <a:endParaRPr lang="en-US" sz="2200" kern="1200"/>
        </a:p>
      </dsp:txBody>
      <dsp:txXfrm>
        <a:off x="523806" y="1036473"/>
        <a:ext cx="3879568" cy="2408818"/>
      </dsp:txXfrm>
    </dsp:sp>
    <dsp:sp modelId="{D0F0530A-8065-4AF9-B282-07781E9A5EE8}">
      <dsp:nvSpPr>
        <dsp:cNvPr id="0" name=""/>
        <dsp:cNvSpPr/>
      </dsp:nvSpPr>
      <dsp:spPr>
        <a:xfrm>
          <a:off x="4926034" y="536200"/>
          <a:ext cx="4029452" cy="2558702"/>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359E50-8E86-4380-B2E1-98C0ACCEF44F}">
      <dsp:nvSpPr>
        <dsp:cNvPr id="0" name=""/>
        <dsp:cNvSpPr/>
      </dsp:nvSpPr>
      <dsp:spPr>
        <a:xfrm>
          <a:off x="5373751" y="961531"/>
          <a:ext cx="4029452" cy="2558702"/>
        </a:xfrm>
        <a:prstGeom prst="roundRect">
          <a:avLst>
            <a:gd name="adj" fmla="val 10000"/>
          </a:avLst>
        </a:prstGeom>
        <a:solidFill>
          <a:schemeClr val="lt1">
            <a:alpha val="90000"/>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Scholars like</a:t>
          </a:r>
          <a:r>
            <a:rPr lang="en-US" sz="2200" b="1" kern="1200"/>
            <a:t> Imam Ahmad bin Hanbal</a:t>
          </a:r>
          <a:r>
            <a:rPr lang="en-US" sz="2200" kern="1200"/>
            <a:t> have supported severe penalties for blasphemy, arguing that it serves as both justice for the crime and a deterrent for others.</a:t>
          </a:r>
        </a:p>
      </dsp:txBody>
      <dsp:txXfrm>
        <a:off x="5448693" y="1036473"/>
        <a:ext cx="3879568" cy="240881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EDF13B-C165-449C-88ED-7E7F4F1281E0}">
      <dsp:nvSpPr>
        <dsp:cNvPr id="0" name=""/>
        <dsp:cNvSpPr/>
      </dsp:nvSpPr>
      <dsp:spPr>
        <a:xfrm>
          <a:off x="1469741" y="0"/>
          <a:ext cx="6036654" cy="6036654"/>
        </a:xfrm>
        <a:prstGeom prst="diamond">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5A6945-2ED9-4302-A70A-39062A85097B}">
      <dsp:nvSpPr>
        <dsp:cNvPr id="0" name=""/>
        <dsp:cNvSpPr/>
      </dsp:nvSpPr>
      <dsp:spPr>
        <a:xfrm>
          <a:off x="2043223" y="573482"/>
          <a:ext cx="2354295" cy="2354295"/>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Ibn Taymiyyah</a:t>
          </a:r>
          <a:r>
            <a:rPr lang="en-US" sz="1400" kern="1200"/>
            <a:t>,</a:t>
          </a:r>
        </a:p>
      </dsp:txBody>
      <dsp:txXfrm>
        <a:off x="2158150" y="688409"/>
        <a:ext cx="2124441" cy="2124441"/>
      </dsp:txXfrm>
    </dsp:sp>
    <dsp:sp modelId="{63BB36AE-54F8-492D-8A0F-1B8CDCE57A42}">
      <dsp:nvSpPr>
        <dsp:cNvPr id="0" name=""/>
        <dsp:cNvSpPr/>
      </dsp:nvSpPr>
      <dsp:spPr>
        <a:xfrm>
          <a:off x="4578618" y="573482"/>
          <a:ext cx="2354295" cy="2354295"/>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In his work </a:t>
          </a:r>
          <a:r>
            <a:rPr lang="en-US" sz="1400" b="1" kern="1200"/>
            <a:t>As-Sarim Al-Maslul Ala Shatim Ar-Rasul</a:t>
          </a:r>
          <a:r>
            <a:rPr lang="en-US" sz="1400" kern="1200"/>
            <a:t>, holds that the deliberate insult of the Prophet by a Muslim is an act of apostasy, deserving the death penalty. </a:t>
          </a:r>
        </a:p>
      </dsp:txBody>
      <dsp:txXfrm>
        <a:off x="4693545" y="688409"/>
        <a:ext cx="2124441" cy="2124441"/>
      </dsp:txXfrm>
    </dsp:sp>
    <dsp:sp modelId="{CF5BB6B1-6069-42B3-A27A-3BBEE5BC34E9}">
      <dsp:nvSpPr>
        <dsp:cNvPr id="0" name=""/>
        <dsp:cNvSpPr/>
      </dsp:nvSpPr>
      <dsp:spPr>
        <a:xfrm>
          <a:off x="2043223" y="3108876"/>
          <a:ext cx="2354295" cy="2354295"/>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Al-Bazzazi</a:t>
          </a:r>
          <a:endParaRPr lang="en-US" sz="1400" kern="1200"/>
        </a:p>
      </dsp:txBody>
      <dsp:txXfrm>
        <a:off x="2158150" y="3223803"/>
        <a:ext cx="2124441" cy="2124441"/>
      </dsp:txXfrm>
    </dsp:sp>
    <dsp:sp modelId="{F69F947F-E3BA-4B53-8B3B-6FDF79065EF8}">
      <dsp:nvSpPr>
        <dsp:cNvPr id="0" name=""/>
        <dsp:cNvSpPr/>
      </dsp:nvSpPr>
      <dsp:spPr>
        <a:xfrm>
          <a:off x="4578618" y="3108876"/>
          <a:ext cx="2354295" cy="2354295"/>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A Hanafi jurist, stated that blasphemy by a Muslim is so grave that it takes precedence over repentance, as it disrupts societal harmony and insults the foundation of Islam. </a:t>
          </a:r>
        </a:p>
      </dsp:txBody>
      <dsp:txXfrm>
        <a:off x="4693545" y="3223803"/>
        <a:ext cx="2124441" cy="212444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C0D744-0A5B-4343-8C4E-13E418E170D8}">
      <dsp:nvSpPr>
        <dsp:cNvPr id="0" name=""/>
        <dsp:cNvSpPr/>
      </dsp:nvSpPr>
      <dsp:spPr>
        <a:xfrm>
          <a:off x="2449534" y="0"/>
          <a:ext cx="4787118" cy="4787118"/>
        </a:xfrm>
        <a:prstGeom prst="diamond">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D05305-9216-4AFD-AB6B-9B19BBA887EA}">
      <dsp:nvSpPr>
        <dsp:cNvPr id="0" name=""/>
        <dsp:cNvSpPr/>
      </dsp:nvSpPr>
      <dsp:spPr>
        <a:xfrm>
          <a:off x="2904310" y="454776"/>
          <a:ext cx="1866976" cy="1866976"/>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entury Gothic" panose="020B0502020202020204"/>
            </a:rPr>
            <a:t>Imam Abu Hanifa</a:t>
          </a:r>
          <a:endParaRPr lang="en-US" sz="2000" kern="1200" dirty="0"/>
        </a:p>
      </dsp:txBody>
      <dsp:txXfrm>
        <a:off x="2995448" y="545914"/>
        <a:ext cx="1684700" cy="1684700"/>
      </dsp:txXfrm>
    </dsp:sp>
    <dsp:sp modelId="{ADAA65FC-63AB-49B0-8517-96044DC00652}">
      <dsp:nvSpPr>
        <dsp:cNvPr id="0" name=""/>
        <dsp:cNvSpPr/>
      </dsp:nvSpPr>
      <dsp:spPr>
        <a:xfrm>
          <a:off x="4914900" y="454776"/>
          <a:ext cx="1866976" cy="1866976"/>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entury Gothic" panose="020B0502020202020204"/>
            </a:rPr>
            <a:t>Maintains that blasphemy punishment  is not Hadd.</a:t>
          </a:r>
        </a:p>
      </dsp:txBody>
      <dsp:txXfrm>
        <a:off x="5006038" y="545914"/>
        <a:ext cx="1684700" cy="1684700"/>
      </dsp:txXfrm>
    </dsp:sp>
    <dsp:sp modelId="{CCE8D908-93E4-4303-8882-06B28FD0E74C}">
      <dsp:nvSpPr>
        <dsp:cNvPr id="0" name=""/>
        <dsp:cNvSpPr/>
      </dsp:nvSpPr>
      <dsp:spPr>
        <a:xfrm>
          <a:off x="2904310" y="2465365"/>
          <a:ext cx="1866976" cy="1866976"/>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entury Gothic" panose="020B0502020202020204"/>
            </a:rPr>
            <a:t>Ibn taymiyah</a:t>
          </a:r>
        </a:p>
      </dsp:txBody>
      <dsp:txXfrm>
        <a:off x="2995448" y="2556503"/>
        <a:ext cx="1684700" cy="1684700"/>
      </dsp:txXfrm>
    </dsp:sp>
    <dsp:sp modelId="{9B2A3998-5850-4D8A-BDFC-92C8C89F05BA}">
      <dsp:nvSpPr>
        <dsp:cNvPr id="0" name=""/>
        <dsp:cNvSpPr/>
      </dsp:nvSpPr>
      <dsp:spPr>
        <a:xfrm>
          <a:off x="4914900" y="2465365"/>
          <a:ext cx="1866976" cy="1866976"/>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entury Gothic" panose="020B0502020202020204"/>
            </a:rPr>
            <a:t>Reinforced Abu </a:t>
          </a:r>
          <a:r>
            <a:rPr lang="en-US" sz="2000" kern="1200" dirty="0" err="1">
              <a:latin typeface="Century Gothic" panose="020B0502020202020204"/>
            </a:rPr>
            <a:t>Hanifas</a:t>
          </a:r>
          <a:r>
            <a:rPr lang="en-US" sz="2000" kern="1200" dirty="0">
              <a:latin typeface="Century Gothic" panose="020B0502020202020204"/>
            </a:rPr>
            <a:t> statement</a:t>
          </a:r>
        </a:p>
      </dsp:txBody>
      <dsp:txXfrm>
        <a:off x="5006038" y="2556503"/>
        <a:ext cx="1684700" cy="16847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EDF13B-C165-449C-88ED-7E7F4F1281E0}">
      <dsp:nvSpPr>
        <dsp:cNvPr id="0" name=""/>
        <dsp:cNvSpPr/>
      </dsp:nvSpPr>
      <dsp:spPr>
        <a:xfrm>
          <a:off x="1469741" y="0"/>
          <a:ext cx="6036654" cy="6036654"/>
        </a:xfrm>
        <a:prstGeom prst="diamond">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5A6945-2ED9-4302-A70A-39062A85097B}">
      <dsp:nvSpPr>
        <dsp:cNvPr id="0" name=""/>
        <dsp:cNvSpPr/>
      </dsp:nvSpPr>
      <dsp:spPr>
        <a:xfrm>
          <a:off x="2043223" y="573482"/>
          <a:ext cx="2354295" cy="2354295"/>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entury Gothic" panose="020B0502020202020204"/>
            </a:rPr>
            <a:t>Ibn Al Bazzazi</a:t>
          </a:r>
          <a:endParaRPr lang="en-US" sz="2000" kern="1200" dirty="0"/>
        </a:p>
      </dsp:txBody>
      <dsp:txXfrm>
        <a:off x="2158150" y="688409"/>
        <a:ext cx="2124441" cy="2124441"/>
      </dsp:txXfrm>
    </dsp:sp>
    <dsp:sp modelId="{63BB36AE-54F8-492D-8A0F-1B8CDCE57A42}">
      <dsp:nvSpPr>
        <dsp:cNvPr id="0" name=""/>
        <dsp:cNvSpPr/>
      </dsp:nvSpPr>
      <dsp:spPr>
        <a:xfrm>
          <a:off x="4578618" y="573482"/>
          <a:ext cx="2354295" cy="2354295"/>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entury Gothic" panose="020B0502020202020204"/>
            </a:rPr>
            <a:t>Misinterpreted Abu Hanifa's stance on punishment for  non mulims</a:t>
          </a:r>
        </a:p>
      </dsp:txBody>
      <dsp:txXfrm>
        <a:off x="4693545" y="688409"/>
        <a:ext cx="2124441" cy="2124441"/>
      </dsp:txXfrm>
    </dsp:sp>
    <dsp:sp modelId="{CF5BB6B1-6069-42B3-A27A-3BBEE5BC34E9}">
      <dsp:nvSpPr>
        <dsp:cNvPr id="0" name=""/>
        <dsp:cNvSpPr/>
      </dsp:nvSpPr>
      <dsp:spPr>
        <a:xfrm>
          <a:off x="2043223" y="3108876"/>
          <a:ext cx="2354295" cy="2354295"/>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entury Gothic" panose="020B0502020202020204"/>
            </a:rPr>
            <a:t>Ibn Abidin</a:t>
          </a:r>
        </a:p>
      </dsp:txBody>
      <dsp:txXfrm>
        <a:off x="2158150" y="3223803"/>
        <a:ext cx="2124441" cy="2124441"/>
      </dsp:txXfrm>
    </dsp:sp>
    <dsp:sp modelId="{F69F947F-E3BA-4B53-8B3B-6FDF79065EF8}">
      <dsp:nvSpPr>
        <dsp:cNvPr id="0" name=""/>
        <dsp:cNvSpPr/>
      </dsp:nvSpPr>
      <dsp:spPr>
        <a:xfrm>
          <a:off x="4578618" y="3108876"/>
          <a:ext cx="2354295" cy="2354295"/>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entury Gothic" panose="020B0502020202020204"/>
            </a:rPr>
            <a:t>Corrected Bazzaz i's mistake issuing Fatwa on blasphemy as a Tazeeri offence.</a:t>
          </a:r>
        </a:p>
      </dsp:txBody>
      <dsp:txXfrm>
        <a:off x="4693545" y="3223803"/>
        <a:ext cx="2124441" cy="212444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776891-508C-4AA4-A738-5BCD00A5E371}">
      <dsp:nvSpPr>
        <dsp:cNvPr id="0" name=""/>
        <dsp:cNvSpPr/>
      </dsp:nvSpPr>
      <dsp:spPr>
        <a:xfrm>
          <a:off x="0" y="0"/>
          <a:ext cx="7795939" cy="863560"/>
        </a:xfrm>
        <a:prstGeom prst="roundRect">
          <a:avLst>
            <a:gd name="adj" fmla="val 10000"/>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Asia Bibi case</a:t>
          </a:r>
        </a:p>
      </dsp:txBody>
      <dsp:txXfrm>
        <a:off x="25293" y="25293"/>
        <a:ext cx="6763054" cy="812974"/>
      </dsp:txXfrm>
    </dsp:sp>
    <dsp:sp modelId="{E8565653-5E51-49E3-AB0C-1F2423E6B22D}">
      <dsp:nvSpPr>
        <dsp:cNvPr id="0" name=""/>
        <dsp:cNvSpPr/>
      </dsp:nvSpPr>
      <dsp:spPr>
        <a:xfrm>
          <a:off x="582164" y="983498"/>
          <a:ext cx="7795939" cy="863560"/>
        </a:xfrm>
        <a:prstGeom prst="roundRect">
          <a:avLst>
            <a:gd name="adj" fmla="val 10000"/>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1).In 2009 she was accused of blasphemy over a Muslim woman on  drinking from the same container.</a:t>
          </a:r>
        </a:p>
      </dsp:txBody>
      <dsp:txXfrm>
        <a:off x="607457" y="1008791"/>
        <a:ext cx="6601875" cy="812974"/>
      </dsp:txXfrm>
    </dsp:sp>
    <dsp:sp modelId="{4B705F05-F12D-42A4-821C-D03FD7BADD6C}">
      <dsp:nvSpPr>
        <dsp:cNvPr id="0" name=""/>
        <dsp:cNvSpPr/>
      </dsp:nvSpPr>
      <dsp:spPr>
        <a:xfrm>
          <a:off x="1164328" y="1966997"/>
          <a:ext cx="7795939" cy="863560"/>
        </a:xfrm>
        <a:prstGeom prst="roundRect">
          <a:avLst>
            <a:gd name="adj" fmla="val 10000"/>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2).Her sentenced to death  sparked  international outrage</a:t>
          </a:r>
        </a:p>
      </dsp:txBody>
      <dsp:txXfrm>
        <a:off x="1189621" y="1992290"/>
        <a:ext cx="6601875" cy="812974"/>
      </dsp:txXfrm>
    </dsp:sp>
    <dsp:sp modelId="{59F929C9-6BF9-43F2-9896-0ADE17EA8CC2}">
      <dsp:nvSpPr>
        <dsp:cNvPr id="0" name=""/>
        <dsp:cNvSpPr/>
      </dsp:nvSpPr>
      <dsp:spPr>
        <a:xfrm>
          <a:off x="1746492" y="2950496"/>
          <a:ext cx="7795939" cy="863560"/>
        </a:xfrm>
        <a:prstGeom prst="roundRect">
          <a:avLst>
            <a:gd name="adj" fmla="val 10000"/>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Salman Taseer case</a:t>
          </a:r>
        </a:p>
      </dsp:txBody>
      <dsp:txXfrm>
        <a:off x="1771785" y="2975789"/>
        <a:ext cx="6601875" cy="812974"/>
      </dsp:txXfrm>
    </dsp:sp>
    <dsp:sp modelId="{3BDFB4EC-35CC-41C8-8C37-CC6C26E37DB5}">
      <dsp:nvSpPr>
        <dsp:cNvPr id="0" name=""/>
        <dsp:cNvSpPr/>
      </dsp:nvSpPr>
      <dsp:spPr>
        <a:xfrm>
          <a:off x="2328657" y="3933995"/>
          <a:ext cx="7795939" cy="863560"/>
        </a:xfrm>
        <a:prstGeom prst="roundRect">
          <a:avLst>
            <a:gd name="adj" fmla="val 10000"/>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He was assassinated by his bodyguard, Mumtaz Qadri, for opposing Pakistan’s blasphemy laws and supporting clemency for Asia Bibi. </a:t>
          </a:r>
        </a:p>
      </dsp:txBody>
      <dsp:txXfrm>
        <a:off x="2353950" y="3959288"/>
        <a:ext cx="6601875" cy="812974"/>
      </dsp:txXfrm>
    </dsp:sp>
    <dsp:sp modelId="{BD2830AA-6BE5-47A1-860B-BC388B156D6A}">
      <dsp:nvSpPr>
        <dsp:cNvPr id="0" name=""/>
        <dsp:cNvSpPr/>
      </dsp:nvSpPr>
      <dsp:spPr>
        <a:xfrm>
          <a:off x="7234625" y="630878"/>
          <a:ext cx="561314" cy="561314"/>
        </a:xfrm>
        <a:prstGeom prst="downArrow">
          <a:avLst>
            <a:gd name="adj1" fmla="val 55000"/>
            <a:gd name="adj2" fmla="val 45000"/>
          </a:avLst>
        </a:prstGeom>
        <a:solidFill>
          <a:schemeClr val="dk2">
            <a:alpha val="90000"/>
            <a:tint val="40000"/>
            <a:hueOff val="0"/>
            <a:satOff val="0"/>
            <a:lumOff val="0"/>
            <a:alphaOff val="0"/>
          </a:schemeClr>
        </a:solidFill>
        <a:ln w="19050"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7360921" y="630878"/>
        <a:ext cx="308722" cy="422389"/>
      </dsp:txXfrm>
    </dsp:sp>
    <dsp:sp modelId="{3E3FBE5B-7213-436D-BEA8-DE7E7FFA0A1E}">
      <dsp:nvSpPr>
        <dsp:cNvPr id="0" name=""/>
        <dsp:cNvSpPr/>
      </dsp:nvSpPr>
      <dsp:spPr>
        <a:xfrm>
          <a:off x="7816789" y="1614377"/>
          <a:ext cx="561314" cy="561314"/>
        </a:xfrm>
        <a:prstGeom prst="downArrow">
          <a:avLst>
            <a:gd name="adj1" fmla="val 55000"/>
            <a:gd name="adj2" fmla="val 45000"/>
          </a:avLst>
        </a:prstGeom>
        <a:solidFill>
          <a:schemeClr val="dk2">
            <a:alpha val="90000"/>
            <a:tint val="40000"/>
            <a:hueOff val="0"/>
            <a:satOff val="0"/>
            <a:lumOff val="0"/>
            <a:alphaOff val="0"/>
          </a:schemeClr>
        </a:solidFill>
        <a:ln w="19050"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7943085" y="1614377"/>
        <a:ext cx="308722" cy="422389"/>
      </dsp:txXfrm>
    </dsp:sp>
    <dsp:sp modelId="{D790D5F6-22CA-43CE-9BC4-B2FA7906F613}">
      <dsp:nvSpPr>
        <dsp:cNvPr id="0" name=""/>
        <dsp:cNvSpPr/>
      </dsp:nvSpPr>
      <dsp:spPr>
        <a:xfrm>
          <a:off x="8398954" y="2583483"/>
          <a:ext cx="561314" cy="561314"/>
        </a:xfrm>
        <a:prstGeom prst="downArrow">
          <a:avLst>
            <a:gd name="adj1" fmla="val 55000"/>
            <a:gd name="adj2" fmla="val 45000"/>
          </a:avLst>
        </a:prstGeom>
        <a:solidFill>
          <a:schemeClr val="dk2">
            <a:alpha val="90000"/>
            <a:tint val="40000"/>
            <a:hueOff val="0"/>
            <a:satOff val="0"/>
            <a:lumOff val="0"/>
            <a:alphaOff val="0"/>
          </a:schemeClr>
        </a:solidFill>
        <a:ln w="19050"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8525250" y="2583483"/>
        <a:ext cx="308722" cy="422389"/>
      </dsp:txXfrm>
    </dsp:sp>
    <dsp:sp modelId="{254E7300-1C32-4CBB-B65F-6FB82757CCD0}">
      <dsp:nvSpPr>
        <dsp:cNvPr id="0" name=""/>
        <dsp:cNvSpPr/>
      </dsp:nvSpPr>
      <dsp:spPr>
        <a:xfrm>
          <a:off x="8981118" y="3576577"/>
          <a:ext cx="561314" cy="561314"/>
        </a:xfrm>
        <a:prstGeom prst="downArrow">
          <a:avLst>
            <a:gd name="adj1" fmla="val 55000"/>
            <a:gd name="adj2" fmla="val 45000"/>
          </a:avLst>
        </a:prstGeom>
        <a:solidFill>
          <a:schemeClr val="dk2">
            <a:alpha val="90000"/>
            <a:tint val="40000"/>
            <a:hueOff val="0"/>
            <a:satOff val="0"/>
            <a:lumOff val="0"/>
            <a:alphaOff val="0"/>
          </a:schemeClr>
        </a:solidFill>
        <a:ln w="19050"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9107414" y="3576577"/>
        <a:ext cx="308722" cy="42238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dirty="0"/>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684222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p:cNvSpPr>
            <a:spLocks noGrp="1"/>
          </p:cNvSpPr>
          <p:nvPr>
            <p:ph type="dt" sz="half" idx="10"/>
          </p:nvPr>
        </p:nvSpPr>
        <p:spPr/>
        <p:txBody>
          <a:bodyPr/>
          <a:lstStyle/>
          <a:p>
            <a:fld id="{4509A250-FF31-4206-8172-F9D3106AACB1}"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836722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628276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796027F-7875-4030-9381-8BD8C4F21935}" type="datetimeFigureOut">
              <a:rPr lang="en-US" dirty="0"/>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199911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796027F-7875-4030-9381-8BD8C4F21935}" type="datetimeFigureOut">
              <a:rPr lang="en-US" dirty="0"/>
              <a:t>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72122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1/26/2025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723217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1/26/2025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54011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dirty="0"/>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1/26/2025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688391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dirty="0"/>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833922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642153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dirty="0"/>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985589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dirty="0"/>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2852290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6147441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1/26/2025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245784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1/26/2025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417310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0256543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dirty="0"/>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604397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1/26/2025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25919177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image" Target="../media/image2.png"/><Relationship Id="rId7" Type="http://schemas.openxmlformats.org/officeDocument/2006/relationships/diagramData" Target="../diagrams/data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microsoft.com/office/2007/relationships/diagramDrawing" Target="../diagrams/drawing4.xml"/><Relationship Id="rId5" Type="http://schemas.openxmlformats.org/officeDocument/2006/relationships/image" Target="../media/image4.png"/><Relationship Id="rId10" Type="http://schemas.openxmlformats.org/officeDocument/2006/relationships/diagramColors" Target="../diagrams/colors4.xml"/><Relationship Id="rId4" Type="http://schemas.openxmlformats.org/officeDocument/2006/relationships/image" Target="../media/image3.png"/><Relationship Id="rId9"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image" Target="../media/image2.png"/><Relationship Id="rId7" Type="http://schemas.openxmlformats.org/officeDocument/2006/relationships/diagramData" Target="../diagrams/data8.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microsoft.com/office/2007/relationships/diagramDrawing" Target="../diagrams/drawing8.xml"/><Relationship Id="rId5" Type="http://schemas.openxmlformats.org/officeDocument/2006/relationships/image" Target="../media/image4.png"/><Relationship Id="rId10" Type="http://schemas.openxmlformats.org/officeDocument/2006/relationships/diagramColors" Target="../diagrams/colors8.xml"/><Relationship Id="rId4" Type="http://schemas.openxmlformats.org/officeDocument/2006/relationships/image" Target="../media/image3.png"/><Relationship Id="rId9" Type="http://schemas.openxmlformats.org/officeDocument/2006/relationships/diagramQuickStyle" Target="../diagrams/quickStyle8.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2.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4.svg"/></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49" y="4109579"/>
            <a:ext cx="8689960" cy="1513309"/>
          </a:xfrm>
        </p:spPr>
        <p:txBody>
          <a:bodyPr/>
          <a:lstStyle/>
          <a:p>
            <a:r>
              <a:rPr lang="en-US" sz="8800" dirty="0"/>
              <a:t>Extremism</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12520-48A6-702F-9FB6-7D9B05CDDD35}"/>
              </a:ext>
            </a:extLst>
          </p:cNvPr>
          <p:cNvSpPr>
            <a:spLocks noGrp="1"/>
          </p:cNvSpPr>
          <p:nvPr>
            <p:ph type="title"/>
          </p:nvPr>
        </p:nvSpPr>
        <p:spPr>
          <a:xfrm>
            <a:off x="646111" y="452718"/>
            <a:ext cx="9404723" cy="1131589"/>
          </a:xfrm>
        </p:spPr>
        <p:txBody>
          <a:bodyPr/>
          <a:lstStyle/>
          <a:p>
            <a:r>
              <a:rPr lang="en-US" sz="4800" dirty="0"/>
              <a:t>Presented by</a:t>
            </a:r>
          </a:p>
        </p:txBody>
      </p:sp>
      <p:graphicFrame>
        <p:nvGraphicFramePr>
          <p:cNvPr id="68" name="Content Placeholder 67">
            <a:extLst>
              <a:ext uri="{FF2B5EF4-FFF2-40B4-BE49-F238E27FC236}">
                <a16:creationId xmlns:a16="http://schemas.microsoft.com/office/drawing/2014/main" id="{E1180368-7576-48DC-D962-2713ECB60230}"/>
              </a:ext>
            </a:extLst>
          </p:cNvPr>
          <p:cNvGraphicFramePr>
            <a:graphicFrameLocks noGrp="1"/>
          </p:cNvGraphicFramePr>
          <p:nvPr>
            <p:ph idx="1"/>
            <p:extLst>
              <p:ext uri="{D42A27DB-BD31-4B8C-83A1-F6EECF244321}">
                <p14:modId xmlns:p14="http://schemas.microsoft.com/office/powerpoint/2010/main" val="861856519"/>
              </p:ext>
            </p:extLst>
          </p:nvPr>
        </p:nvGraphicFramePr>
        <p:xfrm>
          <a:off x="1013666" y="2052638"/>
          <a:ext cx="10157384" cy="43190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871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308D2-A0F8-CE00-0553-374DADA769B2}"/>
              </a:ext>
            </a:extLst>
          </p:cNvPr>
          <p:cNvSpPr>
            <a:spLocks noGrp="1"/>
          </p:cNvSpPr>
          <p:nvPr>
            <p:ph type="title"/>
          </p:nvPr>
        </p:nvSpPr>
        <p:spPr>
          <a:xfrm>
            <a:off x="2785974" y="1172965"/>
            <a:ext cx="9404723" cy="1400530"/>
          </a:xfrm>
        </p:spPr>
        <p:txBody>
          <a:bodyPr/>
          <a:lstStyle/>
          <a:p>
            <a:r>
              <a:rPr lang="en-US" sz="4800" dirty="0"/>
              <a:t>What is Extremism</a:t>
            </a:r>
          </a:p>
        </p:txBody>
      </p:sp>
      <p:sp>
        <p:nvSpPr>
          <p:cNvPr id="3" name="Content Placeholder 2">
            <a:extLst>
              <a:ext uri="{FF2B5EF4-FFF2-40B4-BE49-F238E27FC236}">
                <a16:creationId xmlns:a16="http://schemas.microsoft.com/office/drawing/2014/main" id="{8631B454-0411-FE87-B418-34DB5D60038C}"/>
              </a:ext>
            </a:extLst>
          </p:cNvPr>
          <p:cNvSpPr>
            <a:spLocks noGrp="1"/>
          </p:cNvSpPr>
          <p:nvPr>
            <p:ph idx="1"/>
          </p:nvPr>
        </p:nvSpPr>
        <p:spPr>
          <a:xfrm>
            <a:off x="1395586" y="3065439"/>
            <a:ext cx="8946541" cy="2139125"/>
          </a:xfrm>
        </p:spPr>
        <p:txBody>
          <a:bodyPr vert="horz" lIns="91440" tIns="45720" rIns="91440" bIns="45720" rtlCol="0" anchor="t">
            <a:normAutofit/>
          </a:bodyPr>
          <a:lstStyle/>
          <a:p>
            <a:pPr marL="0" indent="0">
              <a:buNone/>
            </a:pPr>
            <a:r>
              <a:rPr lang="en-US" sz="2800" dirty="0">
                <a:latin typeface="Aptos"/>
              </a:rPr>
              <a:t>"The holding of extreme views or beliefs that go beyond what is considered reasonable or acceptable in society. It often leads to intolerant attitudes and in some cases, violent actions.”</a:t>
            </a:r>
            <a:endParaRPr lang="en-US" sz="2800"/>
          </a:p>
        </p:txBody>
      </p:sp>
    </p:spTree>
    <p:extLst>
      <p:ext uri="{BB962C8B-B14F-4D97-AF65-F5344CB8AC3E}">
        <p14:creationId xmlns:p14="http://schemas.microsoft.com/office/powerpoint/2010/main" val="1120531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D41B5-06EE-17F3-AB81-667A885D90F2}"/>
              </a:ext>
            </a:extLst>
          </p:cNvPr>
          <p:cNvSpPr>
            <a:spLocks noGrp="1"/>
          </p:cNvSpPr>
          <p:nvPr>
            <p:ph type="title"/>
          </p:nvPr>
        </p:nvSpPr>
        <p:spPr>
          <a:xfrm>
            <a:off x="3548435" y="900953"/>
            <a:ext cx="3566459" cy="1400530"/>
          </a:xfrm>
        </p:spPr>
        <p:txBody>
          <a:bodyPr/>
          <a:lstStyle/>
          <a:p>
            <a:r>
              <a:rPr lang="en-US" sz="4400" dirty="0"/>
              <a:t>Blasphemy</a:t>
            </a:r>
          </a:p>
        </p:txBody>
      </p:sp>
      <p:sp>
        <p:nvSpPr>
          <p:cNvPr id="3" name="Content Placeholder 2">
            <a:extLst>
              <a:ext uri="{FF2B5EF4-FFF2-40B4-BE49-F238E27FC236}">
                <a16:creationId xmlns:a16="http://schemas.microsoft.com/office/drawing/2014/main" id="{CE4C3029-0061-49AD-EBF5-0F348D488F7F}"/>
              </a:ext>
            </a:extLst>
          </p:cNvPr>
          <p:cNvSpPr>
            <a:spLocks noGrp="1"/>
          </p:cNvSpPr>
          <p:nvPr>
            <p:ph idx="1"/>
          </p:nvPr>
        </p:nvSpPr>
        <p:spPr>
          <a:xfrm>
            <a:off x="1248989" y="2658036"/>
            <a:ext cx="9249100" cy="2447364"/>
          </a:xfrm>
        </p:spPr>
        <p:txBody>
          <a:bodyPr vert="horz" lIns="91440" tIns="45720" rIns="91440" bIns="45720" rtlCol="0" anchor="t">
            <a:normAutofit/>
          </a:bodyPr>
          <a:lstStyle/>
          <a:p>
            <a:pPr marL="0" indent="0">
              <a:buNone/>
            </a:pPr>
            <a:r>
              <a:rPr lang="en-US" sz="3200" dirty="0">
                <a:latin typeface="Aptos"/>
              </a:rPr>
              <a:t>"It’s wh</a:t>
            </a:r>
            <a:r>
              <a:rPr lang="en-US" sz="2800" dirty="0">
                <a:latin typeface="Aptos"/>
              </a:rPr>
              <a:t>en </a:t>
            </a:r>
            <a:r>
              <a:rPr lang="en-US" sz="3200" dirty="0">
                <a:latin typeface="Aptos"/>
              </a:rPr>
              <a:t>someone’s words or actions cross the line, disrespecting the sacred beliefs, symbols, or figures that people hold dear."</a:t>
            </a:r>
            <a:endParaRPr lang="en-US" sz="3200" dirty="0"/>
          </a:p>
        </p:txBody>
      </p:sp>
    </p:spTree>
    <p:extLst>
      <p:ext uri="{BB962C8B-B14F-4D97-AF65-F5344CB8AC3E}">
        <p14:creationId xmlns:p14="http://schemas.microsoft.com/office/powerpoint/2010/main" val="1837115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2F156A-D875-5B12-DB1D-CA09E5B72320}"/>
              </a:ext>
            </a:extLst>
          </p:cNvPr>
          <p:cNvSpPr>
            <a:spLocks noGrp="1"/>
          </p:cNvSpPr>
          <p:nvPr>
            <p:ph type="title"/>
          </p:nvPr>
        </p:nvSpPr>
        <p:spPr>
          <a:xfrm>
            <a:off x="229239" y="932329"/>
            <a:ext cx="4094742" cy="4572000"/>
          </a:xfrm>
        </p:spPr>
        <p:txBody>
          <a:bodyPr anchor="ctr">
            <a:normAutofit/>
          </a:bodyPr>
          <a:lstStyle/>
          <a:p>
            <a:r>
              <a:rPr lang="en-US" sz="4400" dirty="0">
                <a:solidFill>
                  <a:srgbClr val="F2F2F2"/>
                </a:solidFill>
              </a:rPr>
              <a:t>Objectives                      of discussion</a:t>
            </a:r>
          </a:p>
        </p:txBody>
      </p:sp>
      <p:sp>
        <p:nvSpPr>
          <p:cNvPr id="23" name="Freeform: Shape 22">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27" name="Rectangle 26">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16" name="Content Placeholder 2">
            <a:extLst>
              <a:ext uri="{FF2B5EF4-FFF2-40B4-BE49-F238E27FC236}">
                <a16:creationId xmlns:a16="http://schemas.microsoft.com/office/drawing/2014/main" id="{CBC4C2E5-F2F7-5712-3089-0594D7362620}"/>
              </a:ext>
            </a:extLst>
          </p:cNvPr>
          <p:cNvGraphicFramePr>
            <a:graphicFrameLocks noGrp="1"/>
          </p:cNvGraphicFramePr>
          <p:nvPr>
            <p:ph idx="1"/>
            <p:extLst>
              <p:ext uri="{D42A27DB-BD31-4B8C-83A1-F6EECF244321}">
                <p14:modId xmlns:p14="http://schemas.microsoft.com/office/powerpoint/2010/main" val="2236987944"/>
              </p:ext>
            </p:extLst>
          </p:nvPr>
        </p:nvGraphicFramePr>
        <p:xfrm>
          <a:off x="4644839" y="573742"/>
          <a:ext cx="7314078" cy="66562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918321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97B2-BE96-AC18-5E81-F1062DA0E686}"/>
              </a:ext>
            </a:extLst>
          </p:cNvPr>
          <p:cNvSpPr>
            <a:spLocks noGrp="1"/>
          </p:cNvSpPr>
          <p:nvPr>
            <p:ph type="title"/>
          </p:nvPr>
        </p:nvSpPr>
        <p:spPr>
          <a:xfrm>
            <a:off x="3044170" y="419100"/>
            <a:ext cx="5493871" cy="896266"/>
          </a:xfrm>
        </p:spPr>
        <p:txBody>
          <a:bodyPr/>
          <a:lstStyle/>
          <a:p>
            <a:r>
              <a:rPr lang="en-US" sz="5400" dirty="0"/>
              <a:t>A Brief History</a:t>
            </a:r>
          </a:p>
        </p:txBody>
      </p:sp>
      <p:sp>
        <p:nvSpPr>
          <p:cNvPr id="3" name="Content Placeholder 2">
            <a:extLst>
              <a:ext uri="{FF2B5EF4-FFF2-40B4-BE49-F238E27FC236}">
                <a16:creationId xmlns:a16="http://schemas.microsoft.com/office/drawing/2014/main" id="{6BBDCAF9-340D-884C-40C9-E80FEB9C5663}"/>
              </a:ext>
            </a:extLst>
          </p:cNvPr>
          <p:cNvSpPr>
            <a:spLocks noGrp="1"/>
          </p:cNvSpPr>
          <p:nvPr>
            <p:ph idx="1"/>
          </p:nvPr>
        </p:nvSpPr>
        <p:spPr>
          <a:xfrm>
            <a:off x="139606" y="1571065"/>
            <a:ext cx="12241070" cy="5540184"/>
          </a:xfrm>
        </p:spPr>
        <p:txBody>
          <a:bodyPr vert="horz" lIns="91440" tIns="45720" rIns="91440" bIns="45720" rtlCol="0" anchor="t">
            <a:normAutofit/>
          </a:bodyPr>
          <a:lstStyle/>
          <a:p>
            <a:pPr marL="0" indent="0">
              <a:buNone/>
            </a:pPr>
            <a:r>
              <a:rPr lang="en-US" sz="2800" b="1" dirty="0">
                <a:latin typeface="Aptos"/>
              </a:rPr>
              <a:t>Texts from  religions </a:t>
            </a:r>
            <a:endParaRPr lang="en-US" sz="2800" dirty="0">
              <a:latin typeface="Century Gothic" panose="020B0502020202020204"/>
            </a:endParaRPr>
          </a:p>
          <a:p>
            <a:pPr marL="0" indent="0">
              <a:buNone/>
            </a:pPr>
            <a:r>
              <a:rPr lang="en-US" sz="2400" b="1" dirty="0">
                <a:latin typeface="Aptos"/>
              </a:rPr>
              <a:t>Jewish </a:t>
            </a:r>
            <a:endParaRPr lang="en-US" sz="2400" dirty="0"/>
          </a:p>
          <a:p>
            <a:pPr marL="0" indent="0">
              <a:buNone/>
            </a:pPr>
            <a:r>
              <a:rPr lang="en-US" sz="2800" dirty="0">
                <a:latin typeface="Aptos"/>
              </a:rPr>
              <a:t>I</a:t>
            </a:r>
            <a:r>
              <a:rPr lang="en-US" sz="2400" dirty="0">
                <a:latin typeface="Aptos"/>
              </a:rPr>
              <a:t>n Jewish history, blasphemy was considered a grave offense under the Torah, specifically prohibiting disrespect toward God’s name (Leviticus 24:16). It was punishable by death in ancient Israel, reflecting the centrality of reverence for God in Jewish law and culture.</a:t>
            </a:r>
          </a:p>
          <a:p>
            <a:pPr marL="0" indent="0">
              <a:buClr>
                <a:srgbClr val="1E5155">
                  <a:lumMod val="40000"/>
                  <a:lumOff val="60000"/>
                </a:srgbClr>
              </a:buClr>
              <a:buNone/>
            </a:pPr>
            <a:r>
              <a:rPr lang="en-US" sz="2400" b="1" dirty="0">
                <a:latin typeface="Aptos"/>
              </a:rPr>
              <a:t>Christianity</a:t>
            </a:r>
          </a:p>
          <a:p>
            <a:pPr marL="0" indent="0">
              <a:buNone/>
            </a:pPr>
            <a:r>
              <a:rPr lang="en-US" sz="2800" dirty="0">
                <a:latin typeface="Aptos"/>
              </a:rPr>
              <a:t>I</a:t>
            </a:r>
            <a:r>
              <a:rPr lang="en-US" sz="2400" dirty="0">
                <a:latin typeface="Aptos"/>
              </a:rPr>
              <a:t>n Christian history, blasphemy was viewed as a severe sin, particularly in medieval times, involving disrespect toward God. It was often met with harsh punishments, including death.</a:t>
            </a:r>
          </a:p>
          <a:p>
            <a:pPr marL="0" indent="0">
              <a:buNone/>
            </a:pPr>
            <a:r>
              <a:rPr lang="en-US" sz="2800" b="1" dirty="0">
                <a:latin typeface="Aptos"/>
              </a:rPr>
              <a:t>Hinduism</a:t>
            </a:r>
          </a:p>
          <a:p>
            <a:pPr marL="0" indent="0">
              <a:buNone/>
            </a:pPr>
            <a:r>
              <a:rPr lang="en-US" sz="2400" dirty="0">
                <a:latin typeface="Aptos"/>
              </a:rPr>
              <a:t>In Hindu history, blasphemy was typically seen as disrespect toward sacred deities or practices, often resulting in social ostracism or public humiliation.</a:t>
            </a:r>
          </a:p>
        </p:txBody>
      </p:sp>
    </p:spTree>
    <p:extLst>
      <p:ext uri="{BB962C8B-B14F-4D97-AF65-F5344CB8AC3E}">
        <p14:creationId xmlns:p14="http://schemas.microsoft.com/office/powerpoint/2010/main" val="848024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Title 1">
            <a:extLst>
              <a:ext uri="{FF2B5EF4-FFF2-40B4-BE49-F238E27FC236}">
                <a16:creationId xmlns:a16="http://schemas.microsoft.com/office/drawing/2014/main" id="{CDB56832-65C4-CB8C-1233-2BFEC9B74F56}"/>
              </a:ext>
            </a:extLst>
          </p:cNvPr>
          <p:cNvSpPr>
            <a:spLocks noGrp="1"/>
          </p:cNvSpPr>
          <p:nvPr>
            <p:ph type="title"/>
          </p:nvPr>
        </p:nvSpPr>
        <p:spPr>
          <a:xfrm>
            <a:off x="806195" y="804672"/>
            <a:ext cx="3521359" cy="5248656"/>
          </a:xfrm>
        </p:spPr>
        <p:txBody>
          <a:bodyPr anchor="ctr">
            <a:normAutofit/>
          </a:bodyPr>
          <a:lstStyle/>
          <a:p>
            <a:pPr algn="ctr"/>
            <a:r>
              <a:rPr lang="en-US" b="1">
                <a:latin typeface="Aptos"/>
              </a:rPr>
              <a:t>Suppression of free speech </a:t>
            </a:r>
            <a:endParaRPr lang="en-US">
              <a:latin typeface="Aptos"/>
            </a:endParaRPr>
          </a:p>
        </p:txBody>
      </p:sp>
      <p:sp>
        <p:nvSpPr>
          <p:cNvPr id="3" name="Content Placeholder 2">
            <a:extLst>
              <a:ext uri="{FF2B5EF4-FFF2-40B4-BE49-F238E27FC236}">
                <a16:creationId xmlns:a16="http://schemas.microsoft.com/office/drawing/2014/main" id="{92BDE618-F731-9B55-17E2-BDE22D0026FB}"/>
              </a:ext>
            </a:extLst>
          </p:cNvPr>
          <p:cNvSpPr>
            <a:spLocks noGrp="1"/>
          </p:cNvSpPr>
          <p:nvPr>
            <p:ph idx="1"/>
          </p:nvPr>
        </p:nvSpPr>
        <p:spPr>
          <a:xfrm>
            <a:off x="4975861" y="804671"/>
            <a:ext cx="6399930" cy="5248657"/>
          </a:xfrm>
        </p:spPr>
        <p:txBody>
          <a:bodyPr vert="horz" lIns="91440" tIns="45720" rIns="91440" bIns="45720" rtlCol="0" anchor="ctr">
            <a:normAutofit/>
          </a:bodyPr>
          <a:lstStyle/>
          <a:p>
            <a:r>
              <a:rPr lang="en-US" sz="2400" dirty="0">
                <a:latin typeface="Aptos"/>
              </a:rPr>
              <a:t>Tyrannical regimes often use blasphemy laws to suppress free speech like Galileo was tried for heresy and blasphemy by the Catholic Church for supporting the heliocentric model, leading to his forced house arrest</a:t>
            </a:r>
          </a:p>
        </p:txBody>
      </p:sp>
    </p:spTree>
    <p:extLst>
      <p:ext uri="{BB962C8B-B14F-4D97-AF65-F5344CB8AC3E}">
        <p14:creationId xmlns:p14="http://schemas.microsoft.com/office/powerpoint/2010/main" val="42027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algn="ctr"/>
            <a:endParaRPr lang="en-US"/>
          </a:p>
        </p:txBody>
      </p:sp>
      <p:sp>
        <p:nvSpPr>
          <p:cNvPr id="12" name="Freeform: Shape 11">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178F7C44-F7EA-AD44-E473-40A530345E06}"/>
              </a:ext>
            </a:extLst>
          </p:cNvPr>
          <p:cNvSpPr>
            <a:spLocks noGrp="1"/>
          </p:cNvSpPr>
          <p:nvPr>
            <p:ph type="title"/>
          </p:nvPr>
        </p:nvSpPr>
        <p:spPr>
          <a:xfrm>
            <a:off x="171291" y="346038"/>
            <a:ext cx="4632260" cy="2588233"/>
          </a:xfrm>
        </p:spPr>
        <p:txBody>
          <a:bodyPr>
            <a:normAutofit/>
          </a:bodyPr>
          <a:lstStyle/>
          <a:p>
            <a:r>
              <a:rPr lang="en-US" sz="4400" dirty="0">
                <a:solidFill>
                  <a:srgbClr val="FFFFFF"/>
                </a:solidFill>
              </a:rPr>
              <a:t>Colonial background</a:t>
            </a:r>
            <a:endParaRPr lang="en-US"/>
          </a:p>
        </p:txBody>
      </p:sp>
      <p:graphicFrame>
        <p:nvGraphicFramePr>
          <p:cNvPr id="16" name="Content Placeholder 2">
            <a:extLst>
              <a:ext uri="{FF2B5EF4-FFF2-40B4-BE49-F238E27FC236}">
                <a16:creationId xmlns:a16="http://schemas.microsoft.com/office/drawing/2014/main" id="{318A027A-37E8-3307-F849-94AE270DFDD3}"/>
              </a:ext>
            </a:extLst>
          </p:cNvPr>
          <p:cNvGraphicFramePr>
            <a:graphicFrameLocks noGrp="1"/>
          </p:cNvGraphicFramePr>
          <p:nvPr>
            <p:ph idx="1"/>
            <p:extLst>
              <p:ext uri="{D42A27DB-BD31-4B8C-83A1-F6EECF244321}">
                <p14:modId xmlns:p14="http://schemas.microsoft.com/office/powerpoint/2010/main" val="1509577280"/>
              </p:ext>
            </p:extLst>
          </p:nvPr>
        </p:nvGraphicFramePr>
        <p:xfrm>
          <a:off x="4811903" y="570156"/>
          <a:ext cx="7846914" cy="58155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2681041"/>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6B775-A452-3425-BC1D-1C7AE2E6FC49}"/>
              </a:ext>
            </a:extLst>
          </p:cNvPr>
          <p:cNvSpPr>
            <a:spLocks noGrp="1"/>
          </p:cNvSpPr>
          <p:nvPr>
            <p:ph type="title"/>
          </p:nvPr>
        </p:nvSpPr>
        <p:spPr>
          <a:xfrm>
            <a:off x="1744288" y="318247"/>
            <a:ext cx="9584017" cy="1400530"/>
          </a:xfrm>
        </p:spPr>
        <p:txBody>
          <a:bodyPr/>
          <a:lstStyle/>
          <a:p>
            <a:r>
              <a:rPr lang="en-US" dirty="0"/>
              <a:t>Blasphemy laws in Pakistan</a:t>
            </a:r>
          </a:p>
        </p:txBody>
      </p:sp>
      <p:sp>
        <p:nvSpPr>
          <p:cNvPr id="3" name="Content Placeholder 2">
            <a:extLst>
              <a:ext uri="{FF2B5EF4-FFF2-40B4-BE49-F238E27FC236}">
                <a16:creationId xmlns:a16="http://schemas.microsoft.com/office/drawing/2014/main" id="{CDB4B7A5-7BAC-372E-1C9B-5F2BC9745A11}"/>
              </a:ext>
            </a:extLst>
          </p:cNvPr>
          <p:cNvSpPr>
            <a:spLocks noGrp="1"/>
          </p:cNvSpPr>
          <p:nvPr>
            <p:ph idx="1"/>
          </p:nvPr>
        </p:nvSpPr>
        <p:spPr>
          <a:xfrm>
            <a:off x="240460" y="2052918"/>
            <a:ext cx="5864922" cy="4195481"/>
          </a:xfrm>
        </p:spPr>
        <p:txBody>
          <a:bodyPr vert="horz" lIns="91440" tIns="45720" rIns="91440" bIns="45720" rtlCol="0" anchor="t">
            <a:normAutofit/>
          </a:bodyPr>
          <a:lstStyle/>
          <a:p>
            <a:pPr marL="0" indent="0">
              <a:buNone/>
            </a:pPr>
            <a:r>
              <a:rPr lang="en-US" sz="2400" dirty="0"/>
              <a:t> </a:t>
            </a:r>
            <a:r>
              <a:rPr lang="en-US" sz="2800" b="1" dirty="0"/>
              <a:t>General Zia Ul Haq's role</a:t>
            </a:r>
          </a:p>
          <a:p>
            <a:pPr marL="0" indent="0">
              <a:buClr>
                <a:srgbClr val="8AD0D6"/>
              </a:buClr>
              <a:buNone/>
            </a:pPr>
            <a:endParaRPr lang="en-US" sz="2400" dirty="0"/>
          </a:p>
          <a:p>
            <a:pPr>
              <a:buClr>
                <a:srgbClr val="8AD0D6"/>
              </a:buClr>
              <a:buFont typeface="Arial" charset="2"/>
              <a:buChar char="•"/>
            </a:pPr>
            <a:r>
              <a:rPr lang="en-US" sz="2400" dirty="0"/>
              <a:t>Introduced laws like section 295-A,295-B and 295-C that criminalized any kind of hate speech against Islam.</a:t>
            </a:r>
          </a:p>
          <a:p>
            <a:pPr>
              <a:buClr>
                <a:srgbClr val="8AD0D6"/>
              </a:buClr>
              <a:buFont typeface="Arial" charset="2"/>
              <a:buChar char="•"/>
            </a:pPr>
            <a:r>
              <a:rPr lang="en-US" sz="2400" dirty="0"/>
              <a:t>Section 298-B and 298-C were also introduced </a:t>
            </a:r>
          </a:p>
          <a:p>
            <a:pPr marL="0" indent="0">
              <a:buClr>
                <a:srgbClr val="8AD0D6"/>
              </a:buClr>
              <a:buNone/>
            </a:pPr>
            <a:endParaRPr lang="en-US" sz="2400" dirty="0"/>
          </a:p>
          <a:p>
            <a:pPr marL="0" indent="0">
              <a:buNone/>
            </a:pPr>
            <a:endParaRPr lang="en-US" sz="2400" dirty="0"/>
          </a:p>
        </p:txBody>
      </p:sp>
      <p:pic>
        <p:nvPicPr>
          <p:cNvPr id="24" name="Picture 23" descr="A person in military uniform&#10;&#10;AI-generated content may be incorrect.">
            <a:extLst>
              <a:ext uri="{FF2B5EF4-FFF2-40B4-BE49-F238E27FC236}">
                <a16:creationId xmlns:a16="http://schemas.microsoft.com/office/drawing/2014/main" id="{F40C73DE-ADCC-9776-9DC0-D8B6058CFCF1}"/>
              </a:ext>
            </a:extLst>
          </p:cNvPr>
          <p:cNvPicPr>
            <a:picLocks noChangeAspect="1"/>
          </p:cNvPicPr>
          <p:nvPr/>
        </p:nvPicPr>
        <p:blipFill>
          <a:blip r:embed="rId2"/>
          <a:stretch>
            <a:fillRect/>
          </a:stretch>
        </p:blipFill>
        <p:spPr>
          <a:xfrm>
            <a:off x="7949454" y="2057121"/>
            <a:ext cx="3610534" cy="4099671"/>
          </a:xfrm>
          <a:prstGeom prst="rect">
            <a:avLst/>
          </a:prstGeom>
        </p:spPr>
      </p:pic>
    </p:spTree>
    <p:extLst>
      <p:ext uri="{BB962C8B-B14F-4D97-AF65-F5344CB8AC3E}">
        <p14:creationId xmlns:p14="http://schemas.microsoft.com/office/powerpoint/2010/main" val="3394578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FACCF-7526-A32E-DE9B-914E0F9BC63C}"/>
              </a:ext>
            </a:extLst>
          </p:cNvPr>
          <p:cNvSpPr>
            <a:spLocks noGrp="1"/>
          </p:cNvSpPr>
          <p:nvPr>
            <p:ph type="title"/>
          </p:nvPr>
        </p:nvSpPr>
        <p:spPr>
          <a:xfrm>
            <a:off x="137302" y="574839"/>
            <a:ext cx="5742538" cy="1772613"/>
          </a:xfrm>
        </p:spPr>
        <p:txBody>
          <a:bodyPr>
            <a:normAutofit/>
          </a:bodyPr>
          <a:lstStyle/>
          <a:p>
            <a:r>
              <a:rPr lang="en-US" sz="4400" b="1" dirty="0">
                <a:solidFill>
                  <a:schemeClr val="tx1"/>
                </a:solidFill>
                <a:latin typeface="Aptos"/>
              </a:rPr>
              <a:t>Elephant in the room</a:t>
            </a:r>
          </a:p>
        </p:txBody>
      </p:sp>
      <p:sp>
        <p:nvSpPr>
          <p:cNvPr id="21" name="Rectangle 20">
            <a:extLst>
              <a:ext uri="{FF2B5EF4-FFF2-40B4-BE49-F238E27FC236}">
                <a16:creationId xmlns:a16="http://schemas.microsoft.com/office/drawing/2014/main" id="{AA047838-7F9E-43CF-A116-26E7AAA8F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D44CAD9D-7323-D912-FFD6-1CE75687FBA9}"/>
              </a:ext>
            </a:extLst>
          </p:cNvPr>
          <p:cNvSpPr>
            <a:spLocks noGrp="1"/>
          </p:cNvSpPr>
          <p:nvPr>
            <p:ph idx="1"/>
          </p:nvPr>
        </p:nvSpPr>
        <p:spPr>
          <a:xfrm>
            <a:off x="647701" y="2438401"/>
            <a:ext cx="4797256" cy="3809998"/>
          </a:xfrm>
        </p:spPr>
        <p:txBody>
          <a:bodyPr vert="horz" lIns="91440" tIns="45720" rIns="91440" bIns="45720" rtlCol="0">
            <a:normAutofit/>
          </a:bodyPr>
          <a:lstStyle/>
          <a:p>
            <a:pPr marL="0" indent="0">
              <a:lnSpc>
                <a:spcPct val="90000"/>
              </a:lnSpc>
              <a:buNone/>
            </a:pPr>
            <a:r>
              <a:rPr lang="en-US" b="1" dirty="0">
                <a:latin typeface="Aptos"/>
              </a:rPr>
              <a:t>Ismail Quraishi</a:t>
            </a:r>
            <a:endParaRPr lang="en-US" dirty="0"/>
          </a:p>
          <a:p>
            <a:pPr>
              <a:lnSpc>
                <a:spcPct val="90000"/>
              </a:lnSpc>
              <a:buClr>
                <a:srgbClr val="8AD0D6"/>
              </a:buClr>
            </a:pPr>
            <a:r>
              <a:rPr lang="en-US" dirty="0">
                <a:latin typeface="Aptos"/>
              </a:rPr>
              <a:t>In 1984, a lawyer, Ismail Qureshi, falsely told Provincial sharia court that Muslim scholars have ijma on the death penalty on blasphemy. This led to the introduction of Section 295(c), which imposed the death penalty for blasphemy against the Prophet Muhammad (PBUH)</a:t>
            </a:r>
            <a:endParaRPr lang="en-US" dirty="0"/>
          </a:p>
          <a:p>
            <a:pPr marL="0" indent="0">
              <a:lnSpc>
                <a:spcPct val="90000"/>
              </a:lnSpc>
              <a:buClr>
                <a:srgbClr val="8AD0D6"/>
              </a:buClr>
              <a:buNone/>
            </a:pPr>
            <a:endParaRPr lang="en-US">
              <a:latin typeface="Aptos"/>
            </a:endParaRPr>
          </a:p>
          <a:p>
            <a:pPr>
              <a:lnSpc>
                <a:spcPct val="90000"/>
              </a:lnSpc>
              <a:buClr>
                <a:srgbClr val="8AD0D6"/>
              </a:buClr>
            </a:pPr>
            <a:r>
              <a:rPr lang="en-US" dirty="0">
                <a:latin typeface="Aptos"/>
              </a:rPr>
              <a:t>It was not passed through presidential ordinance </a:t>
            </a:r>
          </a:p>
        </p:txBody>
      </p:sp>
      <p:pic>
        <p:nvPicPr>
          <p:cNvPr id="5" name="Picture 4" descr="A person with a white beard&#10;&#10;AI-generated content may be incorrect.">
            <a:extLst>
              <a:ext uri="{FF2B5EF4-FFF2-40B4-BE49-F238E27FC236}">
                <a16:creationId xmlns:a16="http://schemas.microsoft.com/office/drawing/2014/main" id="{B5FB0EFF-0D46-BCE5-F7DC-034BC332B53A}"/>
              </a:ext>
            </a:extLst>
          </p:cNvPr>
          <p:cNvPicPr>
            <a:picLocks noChangeAspect="1"/>
          </p:cNvPicPr>
          <p:nvPr/>
        </p:nvPicPr>
        <p:blipFill>
          <a:blip r:embed="rId3"/>
          <a:stretch>
            <a:fillRect/>
          </a:stretch>
        </p:blipFill>
        <p:spPr>
          <a:xfrm>
            <a:off x="6842352" y="1790701"/>
            <a:ext cx="5016953" cy="4463143"/>
          </a:xfrm>
          <a:prstGeom prst="rect">
            <a:avLst/>
          </a:prstGeom>
        </p:spPr>
      </p:pic>
    </p:spTree>
    <p:extLst>
      <p:ext uri="{BB962C8B-B14F-4D97-AF65-F5344CB8AC3E}">
        <p14:creationId xmlns:p14="http://schemas.microsoft.com/office/powerpoint/2010/main" val="31909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3C957-231F-60B3-D9D7-02388924E22E}"/>
              </a:ext>
            </a:extLst>
          </p:cNvPr>
          <p:cNvSpPr>
            <a:spLocks noGrp="1"/>
          </p:cNvSpPr>
          <p:nvPr>
            <p:ph type="title"/>
          </p:nvPr>
        </p:nvSpPr>
        <p:spPr/>
        <p:txBody>
          <a:bodyPr/>
          <a:lstStyle/>
          <a:p>
            <a:r>
              <a:rPr lang="en-US" dirty="0"/>
              <a:t>Nawaz's Role</a:t>
            </a:r>
          </a:p>
        </p:txBody>
      </p:sp>
      <p:sp>
        <p:nvSpPr>
          <p:cNvPr id="3" name="Content Placeholder 2">
            <a:extLst>
              <a:ext uri="{FF2B5EF4-FFF2-40B4-BE49-F238E27FC236}">
                <a16:creationId xmlns:a16="http://schemas.microsoft.com/office/drawing/2014/main" id="{31C73595-6855-D349-4F77-0FC56E34FDEB}"/>
              </a:ext>
            </a:extLst>
          </p:cNvPr>
          <p:cNvSpPr>
            <a:spLocks noGrp="1"/>
          </p:cNvSpPr>
          <p:nvPr>
            <p:ph idx="1"/>
          </p:nvPr>
        </p:nvSpPr>
        <p:spPr>
          <a:xfrm>
            <a:off x="195636" y="1716743"/>
            <a:ext cx="5147746" cy="4823008"/>
          </a:xfrm>
        </p:spPr>
        <p:txBody>
          <a:bodyPr vert="horz" lIns="91440" tIns="45720" rIns="91440" bIns="45720" rtlCol="0" anchor="t">
            <a:normAutofit/>
          </a:bodyPr>
          <a:lstStyle/>
          <a:p>
            <a:r>
              <a:rPr lang="en-US" sz="2400" dirty="0">
                <a:latin typeface="Aptos"/>
              </a:rPr>
              <a:t> In 1991 the punishment of life imprisonment was removed from the law, making the death penalty mandatory and fixed, without any possibility of repentance.</a:t>
            </a:r>
          </a:p>
          <a:p>
            <a:pPr>
              <a:buClr>
                <a:srgbClr val="8AD0D6"/>
              </a:buClr>
            </a:pPr>
            <a:r>
              <a:rPr lang="en-US" sz="2400" dirty="0">
                <a:latin typeface="Aptos"/>
              </a:rPr>
              <a:t>By forcefully imposed by Nawaz Sarif, Section 295-C finally took on the form that it has retained till this day.</a:t>
            </a:r>
          </a:p>
          <a:p>
            <a:pPr>
              <a:buClr>
                <a:srgbClr val="8AD0D6"/>
              </a:buClr>
            </a:pPr>
            <a:endParaRPr lang="en-US" sz="2400" dirty="0">
              <a:latin typeface="Aptos"/>
            </a:endParaRPr>
          </a:p>
        </p:txBody>
      </p:sp>
      <p:pic>
        <p:nvPicPr>
          <p:cNvPr id="4" name="Picture 3" descr="A person with his hand on his chest&#10;&#10;AI-generated content may be incorrect.">
            <a:extLst>
              <a:ext uri="{FF2B5EF4-FFF2-40B4-BE49-F238E27FC236}">
                <a16:creationId xmlns:a16="http://schemas.microsoft.com/office/drawing/2014/main" id="{EE7C519B-83C8-0ADD-8355-A923B0B5E6C3}"/>
              </a:ext>
            </a:extLst>
          </p:cNvPr>
          <p:cNvPicPr>
            <a:picLocks noChangeAspect="1"/>
          </p:cNvPicPr>
          <p:nvPr/>
        </p:nvPicPr>
        <p:blipFill>
          <a:blip r:embed="rId2"/>
          <a:stretch>
            <a:fillRect/>
          </a:stretch>
        </p:blipFill>
        <p:spPr>
          <a:xfrm>
            <a:off x="7794531" y="1298202"/>
            <a:ext cx="3259230" cy="4552949"/>
          </a:xfrm>
          <a:prstGeom prst="rect">
            <a:avLst/>
          </a:prstGeom>
        </p:spPr>
      </p:pic>
    </p:spTree>
    <p:extLst>
      <p:ext uri="{BB962C8B-B14F-4D97-AF65-F5344CB8AC3E}">
        <p14:creationId xmlns:p14="http://schemas.microsoft.com/office/powerpoint/2010/main" val="774161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0CD63-D29E-1AB2-22D2-3012C6F2230F}"/>
              </a:ext>
            </a:extLst>
          </p:cNvPr>
          <p:cNvSpPr>
            <a:spLocks noGrp="1"/>
          </p:cNvSpPr>
          <p:nvPr>
            <p:ph type="title"/>
          </p:nvPr>
        </p:nvSpPr>
        <p:spPr/>
        <p:txBody>
          <a:bodyPr/>
          <a:lstStyle/>
          <a:p>
            <a:r>
              <a:rPr lang="en-US" dirty="0"/>
              <a:t>Why blasphemy laws are important</a:t>
            </a:r>
          </a:p>
        </p:txBody>
      </p:sp>
      <p:sp>
        <p:nvSpPr>
          <p:cNvPr id="3" name="Content Placeholder 2">
            <a:extLst>
              <a:ext uri="{FF2B5EF4-FFF2-40B4-BE49-F238E27FC236}">
                <a16:creationId xmlns:a16="http://schemas.microsoft.com/office/drawing/2014/main" id="{7125E905-9A59-4AAD-0346-95DB6371DCAC}"/>
              </a:ext>
            </a:extLst>
          </p:cNvPr>
          <p:cNvSpPr>
            <a:spLocks noGrp="1"/>
          </p:cNvSpPr>
          <p:nvPr>
            <p:ph idx="1"/>
          </p:nvPr>
        </p:nvSpPr>
        <p:spPr>
          <a:xfrm>
            <a:off x="309997" y="2052918"/>
            <a:ext cx="4865144" cy="4195481"/>
          </a:xfrm>
        </p:spPr>
        <p:txBody>
          <a:bodyPr vert="horz" lIns="91440" tIns="45720" rIns="91440" bIns="45720" rtlCol="0" anchor="t">
            <a:normAutofit/>
          </a:bodyPr>
          <a:lstStyle/>
          <a:p>
            <a:pPr>
              <a:buClr>
                <a:srgbClr val="8AD0D6"/>
              </a:buClr>
            </a:pPr>
            <a:r>
              <a:rPr lang="en-US" sz="2800" dirty="0"/>
              <a:t>Maintaining societal order and upholding Islamic principles</a:t>
            </a:r>
          </a:p>
          <a:p>
            <a:pPr>
              <a:buClr>
                <a:srgbClr val="8AD0D6"/>
              </a:buClr>
            </a:pPr>
            <a:r>
              <a:rPr lang="en-US" sz="2800" dirty="0"/>
              <a:t>Preserving honor of sacred personalities</a:t>
            </a:r>
          </a:p>
        </p:txBody>
      </p:sp>
      <p:pic>
        <p:nvPicPr>
          <p:cNvPr id="4" name="Picture 3" descr="A person holding a sign&#10;&#10;AI-generated content may be incorrect.">
            <a:extLst>
              <a:ext uri="{FF2B5EF4-FFF2-40B4-BE49-F238E27FC236}">
                <a16:creationId xmlns:a16="http://schemas.microsoft.com/office/drawing/2014/main" id="{140AB3F9-F075-C0D0-404E-D7CC877F7691}"/>
              </a:ext>
            </a:extLst>
          </p:cNvPr>
          <p:cNvPicPr>
            <a:picLocks noChangeAspect="1"/>
          </p:cNvPicPr>
          <p:nvPr/>
        </p:nvPicPr>
        <p:blipFill>
          <a:blip r:embed="rId2"/>
          <a:stretch>
            <a:fillRect/>
          </a:stretch>
        </p:blipFill>
        <p:spPr>
          <a:xfrm>
            <a:off x="5344438" y="1857588"/>
            <a:ext cx="6096000" cy="3790002"/>
          </a:xfrm>
          <a:prstGeom prst="rect">
            <a:avLst/>
          </a:prstGeom>
        </p:spPr>
      </p:pic>
    </p:spTree>
    <p:extLst>
      <p:ext uri="{BB962C8B-B14F-4D97-AF65-F5344CB8AC3E}">
        <p14:creationId xmlns:p14="http://schemas.microsoft.com/office/powerpoint/2010/main" val="1554278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5B89E5C5-A037-45B3-9D37-3658914D47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5" name="Picture 34">
            <a:extLst>
              <a:ext uri="{FF2B5EF4-FFF2-40B4-BE49-F238E27FC236}">
                <a16:creationId xmlns:a16="http://schemas.microsoft.com/office/drawing/2014/main" id="{5ACB93B0-521E-443D-9750-AFCFDDB3E8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7" name="Oval 36">
            <a:extLst>
              <a:ext uri="{FF2B5EF4-FFF2-40B4-BE49-F238E27FC236}">
                <a16:creationId xmlns:a16="http://schemas.microsoft.com/office/drawing/2014/main" id="{DA1DAC79-DDBA-4382-9D43-6E5F685BE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5878"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9" name="Picture 38">
            <a:extLst>
              <a:ext uri="{FF2B5EF4-FFF2-40B4-BE49-F238E27FC236}">
                <a16:creationId xmlns:a16="http://schemas.microsoft.com/office/drawing/2014/main" id="{E0880F10-995F-4F01-A83B-7ECDB7BE79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1" name="Picture 40">
            <a:extLst>
              <a:ext uri="{FF2B5EF4-FFF2-40B4-BE49-F238E27FC236}">
                <a16:creationId xmlns:a16="http://schemas.microsoft.com/office/drawing/2014/main" id="{A2D49266-1F08-40F2-B0E1-1D919DCB57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3" name="Rectangle 42">
            <a:extLst>
              <a:ext uri="{FF2B5EF4-FFF2-40B4-BE49-F238E27FC236}">
                <a16:creationId xmlns:a16="http://schemas.microsoft.com/office/drawing/2014/main" id="{6AACA73D-178F-4CFC-99E3-9F4FCBBDB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2A05A6DD-896A-F690-D4D5-580235838B40}"/>
              </a:ext>
            </a:extLst>
          </p:cNvPr>
          <p:cNvSpPr>
            <a:spLocks noGrp="1"/>
          </p:cNvSpPr>
          <p:nvPr>
            <p:ph type="title"/>
          </p:nvPr>
        </p:nvSpPr>
        <p:spPr>
          <a:xfrm>
            <a:off x="648929" y="1063417"/>
            <a:ext cx="3505495" cy="4675396"/>
          </a:xfrm>
        </p:spPr>
        <p:txBody>
          <a:bodyPr anchor="ctr">
            <a:normAutofit/>
          </a:bodyPr>
          <a:lstStyle/>
          <a:p>
            <a:r>
              <a:rPr lang="en-US" b="1">
                <a:solidFill>
                  <a:srgbClr val="F2F2F2"/>
                </a:solidFill>
                <a:latin typeface="Aptos"/>
              </a:rPr>
              <a:t>The Love of the Prophet Muhammad (PBUH) </a:t>
            </a:r>
            <a:br>
              <a:rPr lang="en-US" b="1">
                <a:solidFill>
                  <a:srgbClr val="F2F2F2"/>
                </a:solidFill>
                <a:latin typeface="Aptos"/>
              </a:rPr>
            </a:br>
            <a:r>
              <a:rPr lang="en-US" b="1">
                <a:solidFill>
                  <a:srgbClr val="F2F2F2"/>
                </a:solidFill>
                <a:latin typeface="Aptos"/>
              </a:rPr>
              <a:t>in Islam  </a:t>
            </a:r>
            <a:endParaRPr lang="en-US">
              <a:solidFill>
                <a:srgbClr val="F2F2F2"/>
              </a:solidFill>
              <a:latin typeface="Aptos"/>
            </a:endParaRPr>
          </a:p>
          <a:p>
            <a:endParaRPr lang="en-US" b="1">
              <a:solidFill>
                <a:srgbClr val="F2F2F2"/>
              </a:solidFill>
              <a:latin typeface="Aptos"/>
            </a:endParaRPr>
          </a:p>
        </p:txBody>
      </p:sp>
      <p:graphicFrame>
        <p:nvGraphicFramePr>
          <p:cNvPr id="18" name="Content Placeholder 2">
            <a:extLst>
              <a:ext uri="{FF2B5EF4-FFF2-40B4-BE49-F238E27FC236}">
                <a16:creationId xmlns:a16="http://schemas.microsoft.com/office/drawing/2014/main" id="{D20564A4-2B16-F8A7-715B-FE8570DB96A4}"/>
              </a:ext>
            </a:extLst>
          </p:cNvPr>
          <p:cNvGraphicFramePr>
            <a:graphicFrameLocks noGrp="1"/>
          </p:cNvGraphicFramePr>
          <p:nvPr>
            <p:ph idx="1"/>
            <p:extLst>
              <p:ext uri="{D42A27DB-BD31-4B8C-83A1-F6EECF244321}">
                <p14:modId xmlns:p14="http://schemas.microsoft.com/office/powerpoint/2010/main" val="648552016"/>
              </p:ext>
            </p:extLst>
          </p:nvPr>
        </p:nvGraphicFramePr>
        <p:xfrm>
          <a:off x="4342374" y="1066052"/>
          <a:ext cx="6645928" cy="555802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329280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DCF4E-7847-D685-2350-FC9AB369875C}"/>
              </a:ext>
            </a:extLst>
          </p:cNvPr>
          <p:cNvSpPr>
            <a:spLocks noGrp="1"/>
          </p:cNvSpPr>
          <p:nvPr>
            <p:ph type="title"/>
          </p:nvPr>
        </p:nvSpPr>
        <p:spPr>
          <a:xfrm>
            <a:off x="646111" y="452718"/>
            <a:ext cx="9404723" cy="1400530"/>
          </a:xfrm>
        </p:spPr>
        <p:txBody>
          <a:bodyPr>
            <a:normAutofit/>
          </a:bodyPr>
          <a:lstStyle/>
          <a:p>
            <a:r>
              <a:rPr lang="en-US">
                <a:latin typeface="Aptos"/>
              </a:rPr>
              <a:t> </a:t>
            </a:r>
            <a:r>
              <a:rPr lang="en-US" b="1">
                <a:latin typeface="Aptos"/>
              </a:rPr>
              <a:t>From Islamic Sharia:</a:t>
            </a:r>
            <a:endParaRPr lang="en-US">
              <a:latin typeface="Aptos"/>
            </a:endParaRPr>
          </a:p>
        </p:txBody>
      </p:sp>
      <p:graphicFrame>
        <p:nvGraphicFramePr>
          <p:cNvPr id="18" name="Content Placeholder 2">
            <a:extLst>
              <a:ext uri="{FF2B5EF4-FFF2-40B4-BE49-F238E27FC236}">
                <a16:creationId xmlns:a16="http://schemas.microsoft.com/office/drawing/2014/main" id="{41E98BEA-4AD1-A9D8-BEFC-96E0F14CE47F}"/>
              </a:ext>
            </a:extLst>
          </p:cNvPr>
          <p:cNvGraphicFramePr>
            <a:graphicFrameLocks noGrp="1"/>
          </p:cNvGraphicFramePr>
          <p:nvPr>
            <p:ph idx="1"/>
            <p:extLst>
              <p:ext uri="{D42A27DB-BD31-4B8C-83A1-F6EECF244321}">
                <p14:modId xmlns:p14="http://schemas.microsoft.com/office/powerpoint/2010/main" val="886778586"/>
              </p:ext>
            </p:extLst>
          </p:nvPr>
        </p:nvGraphicFramePr>
        <p:xfrm>
          <a:off x="907070" y="2067017"/>
          <a:ext cx="9404352" cy="4056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07050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2A041E-AF7B-AD71-7C29-2D012E843C7D}"/>
              </a:ext>
            </a:extLst>
          </p:cNvPr>
          <p:cNvSpPr>
            <a:spLocks noGrp="1"/>
          </p:cNvSpPr>
          <p:nvPr>
            <p:ph type="title"/>
          </p:nvPr>
        </p:nvSpPr>
        <p:spPr>
          <a:xfrm>
            <a:off x="648929" y="1063417"/>
            <a:ext cx="3505495" cy="4675396"/>
          </a:xfrm>
        </p:spPr>
        <p:txBody>
          <a:bodyPr anchor="ctr">
            <a:normAutofit/>
          </a:bodyPr>
          <a:lstStyle/>
          <a:p>
            <a:r>
              <a:rPr lang="en-US">
                <a:solidFill>
                  <a:srgbClr val="F2F2F2"/>
                </a:solidFill>
              </a:rPr>
              <a:t>Other Scholars</a:t>
            </a:r>
          </a:p>
        </p:txBody>
      </p:sp>
      <p:sp>
        <p:nvSpPr>
          <p:cNvPr id="12" name="Rectangle 11">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E56400B9-71E8-1066-F993-A25784864CD7}"/>
              </a:ext>
            </a:extLst>
          </p:cNvPr>
          <p:cNvGraphicFramePr>
            <a:graphicFrameLocks noGrp="1"/>
          </p:cNvGraphicFramePr>
          <p:nvPr>
            <p:ph idx="1"/>
            <p:extLst>
              <p:ext uri="{D42A27DB-BD31-4B8C-83A1-F6EECF244321}">
                <p14:modId xmlns:p14="http://schemas.microsoft.com/office/powerpoint/2010/main" val="2255342677"/>
              </p:ext>
            </p:extLst>
          </p:nvPr>
        </p:nvGraphicFramePr>
        <p:xfrm>
          <a:off x="3907186" y="568542"/>
          <a:ext cx="8976137" cy="60366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0707283"/>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5628F-2BCB-DC43-ECED-71A8CFDC1D14}"/>
              </a:ext>
            </a:extLst>
          </p:cNvPr>
          <p:cNvSpPr>
            <a:spLocks noGrp="1"/>
          </p:cNvSpPr>
          <p:nvPr>
            <p:ph type="title"/>
          </p:nvPr>
        </p:nvSpPr>
        <p:spPr>
          <a:xfrm>
            <a:off x="1139170" y="4139453"/>
            <a:ext cx="9404723" cy="1400530"/>
          </a:xfrm>
        </p:spPr>
        <p:txBody>
          <a:bodyPr/>
          <a:lstStyle/>
          <a:p>
            <a:r>
              <a:rPr lang="en-US" sz="4400" dirty="0"/>
              <a:t>The Historical dishonesty</a:t>
            </a:r>
            <a:endParaRPr lang="en-US" sz="4400">
              <a:solidFill>
                <a:srgbClr val="000000"/>
              </a:solidFill>
            </a:endParaRPr>
          </a:p>
          <a:p>
            <a:endParaRPr lang="en-US" dirty="0"/>
          </a:p>
        </p:txBody>
      </p:sp>
    </p:spTree>
    <p:extLst>
      <p:ext uri="{BB962C8B-B14F-4D97-AF65-F5344CB8AC3E}">
        <p14:creationId xmlns:p14="http://schemas.microsoft.com/office/powerpoint/2010/main" val="2872045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032C9C-349C-CB9C-F075-DEF9804C3A45}"/>
              </a:ext>
            </a:extLst>
          </p:cNvPr>
          <p:cNvSpPr>
            <a:spLocks noGrp="1"/>
          </p:cNvSpPr>
          <p:nvPr>
            <p:ph type="title"/>
          </p:nvPr>
        </p:nvSpPr>
        <p:spPr>
          <a:xfrm>
            <a:off x="534109" y="900663"/>
            <a:ext cx="4166510" cy="1622321"/>
          </a:xfrm>
        </p:spPr>
        <p:txBody>
          <a:bodyPr>
            <a:normAutofit/>
          </a:bodyPr>
          <a:lstStyle/>
          <a:p>
            <a:r>
              <a:rPr lang="en-US" dirty="0">
                <a:solidFill>
                  <a:srgbClr val="EBEBEB"/>
                </a:solidFill>
              </a:rPr>
              <a:t>Islam in Pakistan</a:t>
            </a:r>
          </a:p>
        </p:txBody>
      </p:sp>
      <p:sp>
        <p:nvSpPr>
          <p:cNvPr id="24"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6" name="Freeform: Shape 25">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sp>
      <p:pic>
        <p:nvPicPr>
          <p:cNvPr id="4" name="Content Placeholder 3" descr="A green circle with a green center&#10;&#10;AI-generated content may be incorrect.">
            <a:extLst>
              <a:ext uri="{FF2B5EF4-FFF2-40B4-BE49-F238E27FC236}">
                <a16:creationId xmlns:a16="http://schemas.microsoft.com/office/drawing/2014/main" id="{B4D031C0-8A8A-410B-C8D4-F9BC88286F8B}"/>
              </a:ext>
            </a:extLst>
          </p:cNvPr>
          <p:cNvPicPr>
            <a:picLocks noChangeAspect="1"/>
          </p:cNvPicPr>
          <p:nvPr/>
        </p:nvPicPr>
        <p:blipFill>
          <a:blip r:embed="rId2"/>
          <a:stretch>
            <a:fillRect/>
          </a:stretch>
        </p:blipFill>
        <p:spPr>
          <a:xfrm>
            <a:off x="6412738" y="1138301"/>
            <a:ext cx="3893821" cy="5562601"/>
          </a:xfrm>
          <a:prstGeom prst="rect">
            <a:avLst/>
          </a:prstGeom>
          <a:effectLst/>
        </p:spPr>
      </p:pic>
      <p:sp>
        <p:nvSpPr>
          <p:cNvPr id="28" name="Rectangle 27">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581034673"/>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0" name="Picture 39">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1" name="Oval 40">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42" name="Picture 41">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3" name="Picture 42">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4" name="Rectangle 43">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4" name="Content Placeholder 3" descr="A black scale with flowers and a red sun&#10;&#10;AI-generated content may be incorrect.">
            <a:extLst>
              <a:ext uri="{FF2B5EF4-FFF2-40B4-BE49-F238E27FC236}">
                <a16:creationId xmlns:a16="http://schemas.microsoft.com/office/drawing/2014/main" id="{31122AB6-B148-C18B-8DC7-C041C592338A}"/>
              </a:ext>
            </a:extLst>
          </p:cNvPr>
          <p:cNvPicPr>
            <a:picLocks noChangeAspect="1"/>
          </p:cNvPicPr>
          <p:nvPr/>
        </p:nvPicPr>
        <p:blipFill>
          <a:blip r:embed="rId7">
            <a:duotone>
              <a:prstClr val="black"/>
              <a:schemeClr val="accent5">
                <a:tint val="45000"/>
                <a:satMod val="400000"/>
              </a:schemeClr>
            </a:duotone>
            <a:alphaModFix amt="25000"/>
          </a:blip>
          <a:srcRect t="10679" r="9091"/>
          <a:stretch/>
        </p:blipFill>
        <p:spPr>
          <a:xfrm>
            <a:off x="20" y="10"/>
            <a:ext cx="12191980" cy="6857990"/>
          </a:xfrm>
          <a:prstGeom prst="rect">
            <a:avLst/>
          </a:prstGeom>
        </p:spPr>
      </p:pic>
      <p:sp>
        <p:nvSpPr>
          <p:cNvPr id="2" name="Title 1">
            <a:extLst>
              <a:ext uri="{FF2B5EF4-FFF2-40B4-BE49-F238E27FC236}">
                <a16:creationId xmlns:a16="http://schemas.microsoft.com/office/drawing/2014/main" id="{18E5628F-2BCB-DC43-ECED-71A8CFDC1D14}"/>
              </a:ext>
            </a:extLst>
          </p:cNvPr>
          <p:cNvSpPr>
            <a:spLocks noGrp="1"/>
          </p:cNvSpPr>
          <p:nvPr>
            <p:ph type="title"/>
          </p:nvPr>
        </p:nvSpPr>
        <p:spPr>
          <a:xfrm>
            <a:off x="434709" y="1134649"/>
            <a:ext cx="8856973" cy="1054020"/>
          </a:xfrm>
        </p:spPr>
        <p:txBody>
          <a:bodyPr vert="horz" lIns="91440" tIns="45720" rIns="91440" bIns="45720" rtlCol="0" anchor="b">
            <a:normAutofit fontScale="90000"/>
          </a:bodyPr>
          <a:lstStyle/>
          <a:p>
            <a:r>
              <a:rPr lang="en-US" sz="7200"/>
              <a:t>Hadd and Tazeer </a:t>
            </a:r>
          </a:p>
        </p:txBody>
      </p:sp>
      <p:sp>
        <p:nvSpPr>
          <p:cNvPr id="14" name="Content Placeholder 7">
            <a:extLst>
              <a:ext uri="{FF2B5EF4-FFF2-40B4-BE49-F238E27FC236}">
                <a16:creationId xmlns:a16="http://schemas.microsoft.com/office/drawing/2014/main" id="{772281AE-5644-F236-181E-CC34FC6268C7}"/>
              </a:ext>
            </a:extLst>
          </p:cNvPr>
          <p:cNvSpPr>
            <a:spLocks noGrp="1"/>
          </p:cNvSpPr>
          <p:nvPr>
            <p:ph idx="1"/>
          </p:nvPr>
        </p:nvSpPr>
        <p:spPr>
          <a:xfrm>
            <a:off x="1154955" y="3190750"/>
            <a:ext cx="8856973" cy="2448050"/>
          </a:xfrm>
        </p:spPr>
        <p:txBody>
          <a:bodyPr vert="horz" lIns="91440" tIns="45720" rIns="91440" bIns="45720" rtlCol="0" anchor="t">
            <a:normAutofit/>
          </a:bodyPr>
          <a:lstStyle/>
          <a:p>
            <a:r>
              <a:rPr lang="en-US" cap="all" dirty="0">
                <a:ea typeface="+mj-lt"/>
                <a:cs typeface="+mj-lt"/>
              </a:rPr>
              <a:t>Hadd refers to fixed punishments for certain offenses as intended by Allah, considered mandatory under Islamic law. </a:t>
            </a:r>
            <a:endParaRPr lang="en-US" cap="all" dirty="0">
              <a:latin typeface="Aptos"/>
            </a:endParaRPr>
          </a:p>
          <a:p>
            <a:pPr>
              <a:buClr>
                <a:srgbClr val="8AD0D6"/>
              </a:buClr>
            </a:pPr>
            <a:endParaRPr lang="en-US" dirty="0"/>
          </a:p>
          <a:p>
            <a:pPr>
              <a:buClr>
                <a:srgbClr val="8AD0D6"/>
              </a:buClr>
            </a:pPr>
            <a:r>
              <a:rPr lang="en-US" cap="all" dirty="0">
                <a:ea typeface="+mj-lt"/>
                <a:cs typeface="+mj-lt"/>
              </a:rPr>
              <a:t>Tazeer pertains to discretionary punishments for other crimes, left to the discretion of the Islamic judge.</a:t>
            </a:r>
            <a:endParaRPr lang="en-US" dirty="0">
              <a:ea typeface="+mj-lt"/>
              <a:cs typeface="+mj-lt"/>
            </a:endParaRPr>
          </a:p>
        </p:txBody>
      </p:sp>
      <p:sp>
        <p:nvSpPr>
          <p:cNvPr id="45" name="Rectangle 44">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719948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A041E-AF7B-AD71-7C29-2D012E843C7D}"/>
              </a:ext>
            </a:extLst>
          </p:cNvPr>
          <p:cNvSpPr>
            <a:spLocks noGrp="1"/>
          </p:cNvSpPr>
          <p:nvPr>
            <p:ph type="title"/>
          </p:nvPr>
        </p:nvSpPr>
        <p:spPr>
          <a:xfrm>
            <a:off x="646111" y="452718"/>
            <a:ext cx="9404723" cy="1400530"/>
          </a:xfrm>
        </p:spPr>
        <p:txBody>
          <a:bodyPr>
            <a:normAutofit/>
          </a:bodyPr>
          <a:lstStyle/>
          <a:p>
            <a:r>
              <a:rPr lang="en-US"/>
              <a:t>Sunni </a:t>
            </a:r>
            <a:r>
              <a:rPr lang="en-US" err="1"/>
              <a:t>Jurripodence</a:t>
            </a:r>
          </a:p>
        </p:txBody>
      </p:sp>
      <p:graphicFrame>
        <p:nvGraphicFramePr>
          <p:cNvPr id="5" name="Content Placeholder 2">
            <a:extLst>
              <a:ext uri="{FF2B5EF4-FFF2-40B4-BE49-F238E27FC236}">
                <a16:creationId xmlns:a16="http://schemas.microsoft.com/office/drawing/2014/main" id="{E56400B9-71E8-1066-F993-A25784864CD7}"/>
              </a:ext>
            </a:extLst>
          </p:cNvPr>
          <p:cNvGraphicFramePr>
            <a:graphicFrameLocks noGrp="1"/>
          </p:cNvGraphicFramePr>
          <p:nvPr>
            <p:ph idx="1"/>
            <p:extLst>
              <p:ext uri="{D42A27DB-BD31-4B8C-83A1-F6EECF244321}">
                <p14:modId xmlns:p14="http://schemas.microsoft.com/office/powerpoint/2010/main" val="3661377500"/>
              </p:ext>
            </p:extLst>
          </p:nvPr>
        </p:nvGraphicFramePr>
        <p:xfrm>
          <a:off x="865316" y="1858250"/>
          <a:ext cx="9686187" cy="47871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99772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5B89E5C5-A037-45B3-9D37-3658914D47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3" name="Picture 22">
            <a:extLst>
              <a:ext uri="{FF2B5EF4-FFF2-40B4-BE49-F238E27FC236}">
                <a16:creationId xmlns:a16="http://schemas.microsoft.com/office/drawing/2014/main" id="{5ACB93B0-521E-443D-9750-AFCFDDB3E8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5" name="Oval 24">
            <a:extLst>
              <a:ext uri="{FF2B5EF4-FFF2-40B4-BE49-F238E27FC236}">
                <a16:creationId xmlns:a16="http://schemas.microsoft.com/office/drawing/2014/main" id="{DA1DAC79-DDBA-4382-9D43-6E5F685BE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5878"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27" name="Picture 26">
            <a:extLst>
              <a:ext uri="{FF2B5EF4-FFF2-40B4-BE49-F238E27FC236}">
                <a16:creationId xmlns:a16="http://schemas.microsoft.com/office/drawing/2014/main" id="{E0880F10-995F-4F01-A83B-7ECDB7BE79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9" name="Picture 28">
            <a:extLst>
              <a:ext uri="{FF2B5EF4-FFF2-40B4-BE49-F238E27FC236}">
                <a16:creationId xmlns:a16="http://schemas.microsoft.com/office/drawing/2014/main" id="{A2D49266-1F08-40F2-B0E1-1D919DCB57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1" name="Rectangle 30">
            <a:extLst>
              <a:ext uri="{FF2B5EF4-FFF2-40B4-BE49-F238E27FC236}">
                <a16:creationId xmlns:a16="http://schemas.microsoft.com/office/drawing/2014/main" id="{6AACA73D-178F-4CFC-99E3-9F4FCBBDB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E72A041E-AF7B-AD71-7C29-2D012E843C7D}"/>
              </a:ext>
            </a:extLst>
          </p:cNvPr>
          <p:cNvSpPr>
            <a:spLocks noGrp="1"/>
          </p:cNvSpPr>
          <p:nvPr>
            <p:ph type="title"/>
          </p:nvPr>
        </p:nvSpPr>
        <p:spPr>
          <a:xfrm>
            <a:off x="267929" y="1130652"/>
            <a:ext cx="3886495" cy="4608161"/>
          </a:xfrm>
        </p:spPr>
        <p:txBody>
          <a:bodyPr anchor="ctr">
            <a:normAutofit/>
          </a:bodyPr>
          <a:lstStyle/>
          <a:p>
            <a:r>
              <a:rPr lang="en-US">
                <a:solidFill>
                  <a:srgbClr val="F2F2F2"/>
                </a:solidFill>
              </a:rPr>
              <a:t>Other Scholars</a:t>
            </a:r>
          </a:p>
        </p:txBody>
      </p:sp>
      <p:graphicFrame>
        <p:nvGraphicFramePr>
          <p:cNvPr id="5" name="Content Placeholder 2">
            <a:extLst>
              <a:ext uri="{FF2B5EF4-FFF2-40B4-BE49-F238E27FC236}">
                <a16:creationId xmlns:a16="http://schemas.microsoft.com/office/drawing/2014/main" id="{E56400B9-71E8-1066-F993-A25784864CD7}"/>
              </a:ext>
            </a:extLst>
          </p:cNvPr>
          <p:cNvGraphicFramePr>
            <a:graphicFrameLocks noGrp="1"/>
          </p:cNvGraphicFramePr>
          <p:nvPr>
            <p:ph idx="1"/>
            <p:extLst>
              <p:ext uri="{D42A27DB-BD31-4B8C-83A1-F6EECF244321}">
                <p14:modId xmlns:p14="http://schemas.microsoft.com/office/powerpoint/2010/main" val="3081925884"/>
              </p:ext>
            </p:extLst>
          </p:nvPr>
        </p:nvGraphicFramePr>
        <p:xfrm>
          <a:off x="2853833" y="445277"/>
          <a:ext cx="8976137" cy="603665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290367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711A0-8807-BF07-0CBB-3EABAA696AF7}"/>
              </a:ext>
            </a:extLst>
          </p:cNvPr>
          <p:cNvSpPr>
            <a:spLocks noGrp="1"/>
          </p:cNvSpPr>
          <p:nvPr>
            <p:ph type="title"/>
          </p:nvPr>
        </p:nvSpPr>
        <p:spPr>
          <a:xfrm>
            <a:off x="646111" y="1447799"/>
            <a:ext cx="3105075" cy="1444750"/>
          </a:xfrm>
        </p:spPr>
        <p:txBody>
          <a:bodyPr anchor="b">
            <a:normAutofit/>
          </a:bodyPr>
          <a:lstStyle/>
          <a:p>
            <a:r>
              <a:rPr lang="en-US" sz="3200"/>
              <a:t>Changing the law</a:t>
            </a:r>
          </a:p>
        </p:txBody>
      </p:sp>
      <p:sp>
        <p:nvSpPr>
          <p:cNvPr id="34" name="Freeform: Shape 33">
            <a:extLst>
              <a:ext uri="{FF2B5EF4-FFF2-40B4-BE49-F238E27FC236}">
                <a16:creationId xmlns:a16="http://schemas.microsoft.com/office/drawing/2014/main" id="{C77F74B7-5344-4985-8463-5B8EE7030F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sp>
      <p:sp>
        <p:nvSpPr>
          <p:cNvPr id="36" name="Freeform 23">
            <a:extLst>
              <a:ext uri="{FF2B5EF4-FFF2-40B4-BE49-F238E27FC236}">
                <a16:creationId xmlns:a16="http://schemas.microsoft.com/office/drawing/2014/main" id="{0E38218E-B21F-433A-BB44-F15DE7DC66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38" name="Rectangle 37">
            <a:extLst>
              <a:ext uri="{FF2B5EF4-FFF2-40B4-BE49-F238E27FC236}">
                <a16:creationId xmlns:a16="http://schemas.microsoft.com/office/drawing/2014/main" id="{080DD7D4-CD57-4577-ACCC-43E1C72F77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426B88BC-A1A2-F228-D707-A065A0E6925A}"/>
              </a:ext>
            </a:extLst>
          </p:cNvPr>
          <p:cNvSpPr>
            <a:spLocks noGrp="1"/>
          </p:cNvSpPr>
          <p:nvPr>
            <p:ph idx="1"/>
          </p:nvPr>
        </p:nvSpPr>
        <p:spPr>
          <a:xfrm>
            <a:off x="646111" y="3088493"/>
            <a:ext cx="3104751" cy="2931307"/>
          </a:xfrm>
        </p:spPr>
        <p:txBody>
          <a:bodyPr vert="horz" lIns="91440" tIns="45720" rIns="91440" bIns="45720" rtlCol="0">
            <a:normAutofit/>
          </a:bodyPr>
          <a:lstStyle/>
          <a:p>
            <a:pPr marL="0" indent="0">
              <a:buNone/>
            </a:pPr>
            <a:r>
              <a:rPr lang="en-US" sz="1600"/>
              <a:t>Falsely quoted Al Bazzazi on having ijma of scholar on Capital punishment for non Muslims</a:t>
            </a:r>
          </a:p>
          <a:p>
            <a:pPr>
              <a:buClr>
                <a:srgbClr val="8AD0D6"/>
              </a:buClr>
            </a:pPr>
            <a:endParaRPr lang="en-US" sz="1600"/>
          </a:p>
          <a:p>
            <a:pPr>
              <a:buClr>
                <a:srgbClr val="8AD0D6"/>
              </a:buClr>
            </a:pPr>
            <a:endParaRPr lang="en-US" sz="1600"/>
          </a:p>
        </p:txBody>
      </p:sp>
      <p:pic>
        <p:nvPicPr>
          <p:cNvPr id="6" name="Picture 5" descr="A book cover with a dome and a tower&#10;&#10;AI-generated content may be incorrect.">
            <a:extLst>
              <a:ext uri="{FF2B5EF4-FFF2-40B4-BE49-F238E27FC236}">
                <a16:creationId xmlns:a16="http://schemas.microsoft.com/office/drawing/2014/main" id="{E244E5D8-060E-4FEC-D858-8278E102FC74}"/>
              </a:ext>
            </a:extLst>
          </p:cNvPr>
          <p:cNvPicPr>
            <a:picLocks noChangeAspect="1"/>
          </p:cNvPicPr>
          <p:nvPr/>
        </p:nvPicPr>
        <p:blipFill>
          <a:blip r:embed="rId3"/>
          <a:stretch>
            <a:fillRect/>
          </a:stretch>
        </p:blipFill>
        <p:spPr>
          <a:xfrm>
            <a:off x="4511499" y="1425387"/>
            <a:ext cx="2720340" cy="4572001"/>
          </a:xfrm>
          <a:prstGeom prst="rect">
            <a:avLst/>
          </a:prstGeom>
          <a:effectLst/>
        </p:spPr>
      </p:pic>
      <p:pic>
        <p:nvPicPr>
          <p:cNvPr id="8" name="Picture 7" descr="A close up of a paper&#10;&#10;AI-generated content may be incorrect.">
            <a:extLst>
              <a:ext uri="{FF2B5EF4-FFF2-40B4-BE49-F238E27FC236}">
                <a16:creationId xmlns:a16="http://schemas.microsoft.com/office/drawing/2014/main" id="{9B987773-F66A-5855-6967-8EB49CCE982D}"/>
              </a:ext>
            </a:extLst>
          </p:cNvPr>
          <p:cNvPicPr>
            <a:picLocks noChangeAspect="1"/>
          </p:cNvPicPr>
          <p:nvPr/>
        </p:nvPicPr>
        <p:blipFill>
          <a:blip r:embed="rId4"/>
          <a:stretch>
            <a:fillRect/>
          </a:stretch>
        </p:blipFill>
        <p:spPr>
          <a:xfrm>
            <a:off x="7508827" y="2780164"/>
            <a:ext cx="4425491" cy="2075359"/>
          </a:xfrm>
          <a:prstGeom prst="rect">
            <a:avLst/>
          </a:prstGeom>
          <a:effectLst/>
        </p:spPr>
      </p:pic>
    </p:spTree>
    <p:extLst>
      <p:ext uri="{BB962C8B-B14F-4D97-AF65-F5344CB8AC3E}">
        <p14:creationId xmlns:p14="http://schemas.microsoft.com/office/powerpoint/2010/main" val="1566399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9ECDD5C-152A-4CC7-8333-0F367B3A62E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F5C92A3-369B-43F3-BDCE-E560B1B0EC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AEBE9F1A-B38D-446E-83AE-14B17CE77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915B5014-A7EC-4BA6-9C83-8840CF81DB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022C43AB-86D7-420D-8AD7-DC0A15FDD0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5E3EB826-A471-488F-9E8A-D65528A3C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close-up of a few words&#10;&#10;AI-generated content may be incorrect.">
            <a:extLst>
              <a:ext uri="{FF2B5EF4-FFF2-40B4-BE49-F238E27FC236}">
                <a16:creationId xmlns:a16="http://schemas.microsoft.com/office/drawing/2014/main" id="{DD881521-C6AF-4B1F-8BC6-899A44968B69}"/>
              </a:ext>
            </a:extLst>
          </p:cNvPr>
          <p:cNvPicPr>
            <a:picLocks noGrp="1" noChangeAspect="1"/>
          </p:cNvPicPr>
          <p:nvPr>
            <p:ph idx="1"/>
          </p:nvPr>
        </p:nvPicPr>
        <p:blipFill>
          <a:blip r:embed="rId7"/>
          <a:stretch>
            <a:fillRect/>
          </a:stretch>
        </p:blipFill>
        <p:spPr>
          <a:xfrm>
            <a:off x="643467" y="1727359"/>
            <a:ext cx="10912892" cy="3324840"/>
          </a:xfrm>
          <a:prstGeom prst="rect">
            <a:avLst/>
          </a:prstGeom>
        </p:spPr>
      </p:pic>
      <p:sp>
        <p:nvSpPr>
          <p:cNvPr id="23" name="Rectangle 22">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334133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79" name="Picture 78">
            <a:extLst>
              <a:ext uri="{FF2B5EF4-FFF2-40B4-BE49-F238E27FC236}">
                <a16:creationId xmlns:a16="http://schemas.microsoft.com/office/drawing/2014/main" id="{C9ECDD5C-152A-4CC7-8333-0F367B3A62E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81" name="Picture 80">
            <a:extLst>
              <a:ext uri="{FF2B5EF4-FFF2-40B4-BE49-F238E27FC236}">
                <a16:creationId xmlns:a16="http://schemas.microsoft.com/office/drawing/2014/main" id="{7F5C92A3-369B-43F3-BDCE-E560B1B0EC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83" name="Oval 82">
            <a:extLst>
              <a:ext uri="{FF2B5EF4-FFF2-40B4-BE49-F238E27FC236}">
                <a16:creationId xmlns:a16="http://schemas.microsoft.com/office/drawing/2014/main" id="{AEBE9F1A-B38D-446E-83AE-14B17CE77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85" name="Picture 84">
            <a:extLst>
              <a:ext uri="{FF2B5EF4-FFF2-40B4-BE49-F238E27FC236}">
                <a16:creationId xmlns:a16="http://schemas.microsoft.com/office/drawing/2014/main" id="{915B5014-A7EC-4BA6-9C83-8840CF81DB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87" name="Picture 86">
            <a:extLst>
              <a:ext uri="{FF2B5EF4-FFF2-40B4-BE49-F238E27FC236}">
                <a16:creationId xmlns:a16="http://schemas.microsoft.com/office/drawing/2014/main" id="{022C43AB-86D7-420D-8AD7-DC0A15FDD0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89" name="Rectangle 88">
            <a:extLst>
              <a:ext uri="{FF2B5EF4-FFF2-40B4-BE49-F238E27FC236}">
                <a16:creationId xmlns:a16="http://schemas.microsoft.com/office/drawing/2014/main" id="{5E3EB826-A471-488F-9E8A-D65528A3C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91" name="Rectangle 90">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A group of squares with text&#10;&#10;AI-generated content may be incorrect.">
            <a:extLst>
              <a:ext uri="{FF2B5EF4-FFF2-40B4-BE49-F238E27FC236}">
                <a16:creationId xmlns:a16="http://schemas.microsoft.com/office/drawing/2014/main" id="{EA2D5F5E-727E-78FC-01A9-560A3767D108}"/>
              </a:ext>
            </a:extLst>
          </p:cNvPr>
          <p:cNvPicPr>
            <a:picLocks noGrp="1" noChangeAspect="1"/>
          </p:cNvPicPr>
          <p:nvPr>
            <p:ph idx="1"/>
          </p:nvPr>
        </p:nvPicPr>
        <p:blipFill>
          <a:blip r:embed="rId7"/>
          <a:stretch>
            <a:fillRect/>
          </a:stretch>
        </p:blipFill>
        <p:spPr>
          <a:xfrm>
            <a:off x="768411" y="476455"/>
            <a:ext cx="10362903" cy="5936406"/>
          </a:xfrm>
          <a:prstGeom prst="rect">
            <a:avLst/>
          </a:prstGeom>
        </p:spPr>
      </p:pic>
      <p:sp>
        <p:nvSpPr>
          <p:cNvPr id="93" name="Rectangle 92">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54719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white background&#10;&#10;AI-generated content may be incorrect.">
            <a:extLst>
              <a:ext uri="{FF2B5EF4-FFF2-40B4-BE49-F238E27FC236}">
                <a16:creationId xmlns:a16="http://schemas.microsoft.com/office/drawing/2014/main" id="{FDA5A306-C93B-3864-73BD-49FDD15E7E8B}"/>
              </a:ext>
            </a:extLst>
          </p:cNvPr>
          <p:cNvPicPr>
            <a:picLocks noChangeAspect="1"/>
          </p:cNvPicPr>
          <p:nvPr/>
        </p:nvPicPr>
        <p:blipFill>
          <a:blip r:embed="rId2"/>
          <a:stretch>
            <a:fillRect/>
          </a:stretch>
        </p:blipFill>
        <p:spPr>
          <a:xfrm>
            <a:off x="1600200" y="2736755"/>
            <a:ext cx="9596716" cy="4017869"/>
          </a:xfrm>
          <a:prstGeom prst="rect">
            <a:avLst/>
          </a:prstGeom>
        </p:spPr>
      </p:pic>
      <p:pic>
        <p:nvPicPr>
          <p:cNvPr id="19" name="Content Placeholder 18" descr="A black and red text&#10;&#10;AI-generated content may be incorrect.">
            <a:extLst>
              <a:ext uri="{FF2B5EF4-FFF2-40B4-BE49-F238E27FC236}">
                <a16:creationId xmlns:a16="http://schemas.microsoft.com/office/drawing/2014/main" id="{31CE30B4-FE38-29DE-3270-A240F51255AD}"/>
              </a:ext>
            </a:extLst>
          </p:cNvPr>
          <p:cNvPicPr>
            <a:picLocks noGrp="1" noChangeAspect="1"/>
          </p:cNvPicPr>
          <p:nvPr>
            <p:ph idx="1"/>
          </p:nvPr>
        </p:nvPicPr>
        <p:blipFill>
          <a:blip r:embed="rId3"/>
          <a:stretch>
            <a:fillRect/>
          </a:stretch>
        </p:blipFill>
        <p:spPr>
          <a:xfrm>
            <a:off x="1469907" y="191621"/>
            <a:ext cx="9849409" cy="2259105"/>
          </a:xfrm>
        </p:spPr>
      </p:pic>
    </p:spTree>
    <p:extLst>
      <p:ext uri="{BB962C8B-B14F-4D97-AF65-F5344CB8AC3E}">
        <p14:creationId xmlns:p14="http://schemas.microsoft.com/office/powerpoint/2010/main" val="523806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9ECDD5C-152A-4CC7-8333-0F367B3A62E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F5C92A3-369B-43F3-BDCE-E560B1B0EC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AEBE9F1A-B38D-446E-83AE-14B17CE77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915B5014-A7EC-4BA6-9C83-8840CF81DB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022C43AB-86D7-420D-8AD7-DC0A15FDD0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5E3EB826-A471-488F-9E8A-D65528A3C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5" name="Picture 4" descr="A diagram of imputations and indignation&#10;&#10;AI-generated content may be incorrect.">
            <a:extLst>
              <a:ext uri="{FF2B5EF4-FFF2-40B4-BE49-F238E27FC236}">
                <a16:creationId xmlns:a16="http://schemas.microsoft.com/office/drawing/2014/main" id="{836BE6AC-0196-EAED-692A-61CDEFEBCB7B}"/>
              </a:ext>
            </a:extLst>
          </p:cNvPr>
          <p:cNvPicPr>
            <a:picLocks noChangeAspect="1"/>
          </p:cNvPicPr>
          <p:nvPr/>
        </p:nvPicPr>
        <p:blipFill>
          <a:blip r:embed="rId7"/>
          <a:stretch>
            <a:fillRect/>
          </a:stretch>
        </p:blipFill>
        <p:spPr>
          <a:xfrm>
            <a:off x="2608729" y="2670642"/>
            <a:ext cx="7310717" cy="4183715"/>
          </a:xfrm>
          <a:prstGeom prst="rect">
            <a:avLst/>
          </a:prstGeom>
        </p:spPr>
      </p:pic>
      <p:pic>
        <p:nvPicPr>
          <p:cNvPr id="10" name="Picture 9" descr="A close up of a text&#10;&#10;AI-generated content may be incorrect.">
            <a:extLst>
              <a:ext uri="{FF2B5EF4-FFF2-40B4-BE49-F238E27FC236}">
                <a16:creationId xmlns:a16="http://schemas.microsoft.com/office/drawing/2014/main" id="{F892C7B8-BF60-6A5E-3B27-9DFF890B5246}"/>
              </a:ext>
            </a:extLst>
          </p:cNvPr>
          <p:cNvPicPr>
            <a:picLocks noChangeAspect="1"/>
          </p:cNvPicPr>
          <p:nvPr/>
        </p:nvPicPr>
        <p:blipFill>
          <a:blip r:embed="rId8"/>
          <a:stretch>
            <a:fillRect/>
          </a:stretch>
        </p:blipFill>
        <p:spPr>
          <a:xfrm>
            <a:off x="-2240" y="5883"/>
            <a:ext cx="12039600" cy="2531968"/>
          </a:xfrm>
          <a:prstGeom prst="rect">
            <a:avLst/>
          </a:prstGeom>
        </p:spPr>
      </p:pic>
    </p:spTree>
    <p:extLst>
      <p:ext uri="{BB962C8B-B14F-4D97-AF65-F5344CB8AC3E}">
        <p14:creationId xmlns:p14="http://schemas.microsoft.com/office/powerpoint/2010/main" val="35766569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0" name="Picture 2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2" name="Oval 3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4" name="Picture 3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6" name="Picture 3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8" name="Rectangle 3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40" name="Rectangle 39">
            <a:extLst>
              <a:ext uri="{FF2B5EF4-FFF2-40B4-BE49-F238E27FC236}">
                <a16:creationId xmlns:a16="http://schemas.microsoft.com/office/drawing/2014/main" id="{E6A222EB-A81E-4238-B08D-AAB1828C8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014676C-074B-475A-8346-9C901C86C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cxnSp>
        <p:nvCxnSpPr>
          <p:cNvPr id="44" name="Straight Connector 43">
            <a:extLst>
              <a:ext uri="{FF2B5EF4-FFF2-40B4-BE49-F238E27FC236}">
                <a16:creationId xmlns:a16="http://schemas.microsoft.com/office/drawing/2014/main" id="{179C4C8E-197B-4679-AE96-B5147F971C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75711A0-8807-BF07-0CBB-3EABAA696AF7}"/>
              </a:ext>
            </a:extLst>
          </p:cNvPr>
          <p:cNvSpPr>
            <a:spLocks noGrp="1"/>
          </p:cNvSpPr>
          <p:nvPr>
            <p:ph type="title"/>
          </p:nvPr>
        </p:nvSpPr>
        <p:spPr>
          <a:xfrm>
            <a:off x="4654295" y="1266958"/>
            <a:ext cx="6808362" cy="4528457"/>
          </a:xfrm>
        </p:spPr>
        <p:txBody>
          <a:bodyPr vert="horz" lIns="91440" tIns="45720" rIns="91440" bIns="45720" rtlCol="0" anchor="ctr">
            <a:normAutofit/>
          </a:bodyPr>
          <a:lstStyle/>
          <a:p>
            <a:r>
              <a:rPr lang="en-US" sz="7200" b="0" i="0" kern="1200" dirty="0">
                <a:solidFill>
                  <a:schemeClr val="tx2"/>
                </a:solidFill>
                <a:latin typeface="+mj-lt"/>
                <a:ea typeface="+mj-ea"/>
                <a:cs typeface="+mj-cs"/>
              </a:rPr>
              <a:t>Effects of blasphemy</a:t>
            </a:r>
          </a:p>
        </p:txBody>
      </p:sp>
    </p:spTree>
    <p:extLst>
      <p:ext uri="{BB962C8B-B14F-4D97-AF65-F5344CB8AC3E}">
        <p14:creationId xmlns:p14="http://schemas.microsoft.com/office/powerpoint/2010/main" val="972364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F53F5-E756-32A1-CA98-4A2C72C370EF}"/>
              </a:ext>
            </a:extLst>
          </p:cNvPr>
          <p:cNvSpPr>
            <a:spLocks noGrp="1"/>
          </p:cNvSpPr>
          <p:nvPr>
            <p:ph type="title"/>
          </p:nvPr>
        </p:nvSpPr>
        <p:spPr>
          <a:xfrm>
            <a:off x="3610604" y="713677"/>
            <a:ext cx="7703271" cy="1400530"/>
          </a:xfrm>
        </p:spPr>
        <p:txBody>
          <a:bodyPr/>
          <a:lstStyle/>
          <a:p>
            <a:r>
              <a:rPr lang="en-US" dirty="0"/>
              <a:t>Mob Lynching</a:t>
            </a:r>
          </a:p>
        </p:txBody>
      </p:sp>
      <p:sp>
        <p:nvSpPr>
          <p:cNvPr id="3" name="Content Placeholder 2">
            <a:extLst>
              <a:ext uri="{FF2B5EF4-FFF2-40B4-BE49-F238E27FC236}">
                <a16:creationId xmlns:a16="http://schemas.microsoft.com/office/drawing/2014/main" id="{DB8ADC24-1C1C-599C-F22D-B36793F85E64}"/>
              </a:ext>
            </a:extLst>
          </p:cNvPr>
          <p:cNvSpPr>
            <a:spLocks noGrp="1"/>
          </p:cNvSpPr>
          <p:nvPr>
            <p:ph idx="1"/>
          </p:nvPr>
        </p:nvSpPr>
        <p:spPr>
          <a:xfrm>
            <a:off x="790161" y="2919303"/>
            <a:ext cx="11044650" cy="3840577"/>
          </a:xfrm>
        </p:spPr>
        <p:txBody>
          <a:bodyPr vert="horz" lIns="91440" tIns="45720" rIns="91440" bIns="45720" rtlCol="0" anchor="t">
            <a:normAutofit/>
          </a:bodyPr>
          <a:lstStyle/>
          <a:p>
            <a:pPr marL="0" indent="0">
              <a:buNone/>
            </a:pPr>
            <a:r>
              <a:rPr lang="en-US" sz="2800" dirty="0">
                <a:latin typeface="Aptos"/>
              </a:rPr>
              <a:t>"Refers to a group of people taking the law into their own hands, violently attacking and often killing someone without any legal authority or due process. It’s driven by anger, prejudice, or the desire for vigilante justice".</a:t>
            </a:r>
            <a:endParaRPr lang="en-US" sz="2800"/>
          </a:p>
        </p:txBody>
      </p:sp>
    </p:spTree>
    <p:extLst>
      <p:ext uri="{BB962C8B-B14F-4D97-AF65-F5344CB8AC3E}">
        <p14:creationId xmlns:p14="http://schemas.microsoft.com/office/powerpoint/2010/main" val="30751538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11472-0306-F149-4D50-794BB8BAADC8}"/>
              </a:ext>
            </a:extLst>
          </p:cNvPr>
          <p:cNvSpPr>
            <a:spLocks noGrp="1"/>
          </p:cNvSpPr>
          <p:nvPr>
            <p:ph type="title"/>
          </p:nvPr>
        </p:nvSpPr>
        <p:spPr>
          <a:xfrm>
            <a:off x="646111" y="452718"/>
            <a:ext cx="9404723" cy="962120"/>
          </a:xfrm>
        </p:spPr>
        <p:txBody>
          <a:bodyPr>
            <a:normAutofit/>
          </a:bodyPr>
          <a:lstStyle/>
          <a:p>
            <a:r>
              <a:rPr lang="en-US"/>
              <a:t>Effects of Mob lynching</a:t>
            </a:r>
          </a:p>
        </p:txBody>
      </p:sp>
      <p:graphicFrame>
        <p:nvGraphicFramePr>
          <p:cNvPr id="7" name="Content Placeholder 2">
            <a:extLst>
              <a:ext uri="{FF2B5EF4-FFF2-40B4-BE49-F238E27FC236}">
                <a16:creationId xmlns:a16="http://schemas.microsoft.com/office/drawing/2014/main" id="{32F1DE78-949F-5096-A6BD-B28544832DE1}"/>
              </a:ext>
            </a:extLst>
          </p:cNvPr>
          <p:cNvGraphicFramePr>
            <a:graphicFrameLocks noGrp="1"/>
          </p:cNvGraphicFramePr>
          <p:nvPr>
            <p:ph idx="1"/>
            <p:extLst>
              <p:ext uri="{D42A27DB-BD31-4B8C-83A1-F6EECF244321}">
                <p14:modId xmlns:p14="http://schemas.microsoft.com/office/powerpoint/2010/main" val="838739678"/>
              </p:ext>
            </p:extLst>
          </p:nvPr>
        </p:nvGraphicFramePr>
        <p:xfrm>
          <a:off x="499975" y="1712113"/>
          <a:ext cx="10124597" cy="47975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97504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3" name="Content Placeholder 2">
            <a:extLst>
              <a:ext uri="{FF2B5EF4-FFF2-40B4-BE49-F238E27FC236}">
                <a16:creationId xmlns:a16="http://schemas.microsoft.com/office/drawing/2014/main" id="{FDC4B8CB-F34B-15D9-CBA7-D1FF270B471E}"/>
              </a:ext>
            </a:extLst>
          </p:cNvPr>
          <p:cNvSpPr>
            <a:spLocks noGrp="1"/>
          </p:cNvSpPr>
          <p:nvPr>
            <p:ph idx="1"/>
          </p:nvPr>
        </p:nvSpPr>
        <p:spPr>
          <a:xfrm>
            <a:off x="452988" y="1132115"/>
            <a:ext cx="6188189" cy="5157019"/>
          </a:xfrm>
        </p:spPr>
        <p:txBody>
          <a:bodyPr vert="horz" lIns="91440" tIns="45720" rIns="91440" bIns="45720" rtlCol="0" anchor="t">
            <a:normAutofit/>
          </a:bodyPr>
          <a:lstStyle/>
          <a:p>
            <a:pPr>
              <a:lnSpc>
                <a:spcPct val="90000"/>
              </a:lnSpc>
              <a:buFont typeface="Arial" charset="2"/>
              <a:buChar char="•"/>
            </a:pPr>
            <a:r>
              <a:rPr lang="en-US" sz="2700" b="1" dirty="0">
                <a:solidFill>
                  <a:srgbClr val="FFFFFF"/>
                </a:solidFill>
                <a:latin typeface="Aptos"/>
              </a:rPr>
              <a:t>Priyantha Kumara Case</a:t>
            </a:r>
            <a:endParaRPr lang="en-US" sz="2700" dirty="0">
              <a:solidFill>
                <a:srgbClr val="FFFFFF"/>
              </a:solidFill>
              <a:latin typeface="Aptos"/>
            </a:endParaRPr>
          </a:p>
          <a:p>
            <a:pPr marL="0" indent="0">
              <a:lnSpc>
                <a:spcPct val="90000"/>
              </a:lnSpc>
              <a:buClr>
                <a:srgbClr val="8AD0D6"/>
              </a:buClr>
              <a:buNone/>
            </a:pPr>
            <a:r>
              <a:rPr lang="en-US" sz="2700" dirty="0">
                <a:solidFill>
                  <a:srgbClr val="FFFFFF"/>
                </a:solidFill>
                <a:latin typeface="Aptos"/>
              </a:rPr>
              <a:t>In 2021, Priyantha Kumara, a Sri Lankan factory manager in Sialkot, was falsely accused of blasphemy and killed by a mob of factory workers. </a:t>
            </a:r>
          </a:p>
          <a:p>
            <a:pPr>
              <a:lnSpc>
                <a:spcPct val="90000"/>
              </a:lnSpc>
              <a:buClr>
                <a:srgbClr val="8AD0D6"/>
              </a:buClr>
              <a:buFont typeface="Arial" charset="2"/>
              <a:buChar char="•"/>
            </a:pPr>
            <a:endParaRPr lang="en-US" sz="2700" dirty="0">
              <a:solidFill>
                <a:srgbClr val="FFFFFF"/>
              </a:solidFill>
              <a:latin typeface="Aptos"/>
            </a:endParaRPr>
          </a:p>
          <a:p>
            <a:pPr>
              <a:lnSpc>
                <a:spcPct val="90000"/>
              </a:lnSpc>
              <a:buClr>
                <a:srgbClr val="8AD0D6"/>
              </a:buClr>
              <a:buFont typeface="Arial" charset="2"/>
              <a:buChar char="•"/>
            </a:pPr>
            <a:endParaRPr lang="en-US" sz="1900" b="1" dirty="0">
              <a:solidFill>
                <a:srgbClr val="FFFFFF"/>
              </a:solidFill>
            </a:endParaRPr>
          </a:p>
          <a:p>
            <a:pPr>
              <a:lnSpc>
                <a:spcPct val="90000"/>
              </a:lnSpc>
              <a:buClr>
                <a:srgbClr val="8AD0D6"/>
              </a:buClr>
              <a:buFont typeface="Arial" charset="2"/>
              <a:buChar char="•"/>
            </a:pPr>
            <a:r>
              <a:rPr lang="en-US" sz="2400" b="1" dirty="0">
                <a:solidFill>
                  <a:srgbClr val="FFFFFF"/>
                </a:solidFill>
              </a:rPr>
              <a:t>Mashal khan case</a:t>
            </a:r>
            <a:endParaRPr lang="en-US" sz="2400" dirty="0"/>
          </a:p>
          <a:p>
            <a:pPr marL="0" indent="0">
              <a:lnSpc>
                <a:spcPct val="90000"/>
              </a:lnSpc>
              <a:buClr>
                <a:srgbClr val="8AD0D6"/>
              </a:buClr>
              <a:buNone/>
            </a:pPr>
            <a:r>
              <a:rPr lang="en-US" sz="2400" dirty="0">
                <a:solidFill>
                  <a:srgbClr val="FFFFFF"/>
                </a:solidFill>
                <a:latin typeface="Aptos"/>
              </a:rPr>
              <a:t>In 2017, Mashal Khan, a 23-year-old university student, was lynched by fellow students in Mardan after being falsely accused of blasphemy.</a:t>
            </a:r>
          </a:p>
          <a:p>
            <a:pPr marL="0" indent="0">
              <a:lnSpc>
                <a:spcPct val="90000"/>
              </a:lnSpc>
              <a:buNone/>
            </a:pPr>
            <a:endParaRPr lang="en-US" sz="2400" dirty="0">
              <a:solidFill>
                <a:srgbClr val="FFFFFF"/>
              </a:solidFill>
              <a:latin typeface="Aptos"/>
            </a:endParaRPr>
          </a:p>
          <a:p>
            <a:pPr marL="0" indent="0">
              <a:lnSpc>
                <a:spcPct val="90000"/>
              </a:lnSpc>
              <a:buNone/>
            </a:pPr>
            <a:endParaRPr lang="en-US" sz="1900">
              <a:solidFill>
                <a:srgbClr val="FFFFFF"/>
              </a:solidFill>
              <a:latin typeface="Aptos"/>
            </a:endParaRPr>
          </a:p>
          <a:p>
            <a:pPr marL="0" indent="0">
              <a:lnSpc>
                <a:spcPct val="90000"/>
              </a:lnSpc>
              <a:buNone/>
            </a:pPr>
            <a:endParaRPr lang="en-US" sz="1900">
              <a:solidFill>
                <a:srgbClr val="FFFFFF"/>
              </a:solidFill>
              <a:latin typeface="Aptos"/>
            </a:endParaRPr>
          </a:p>
          <a:p>
            <a:pPr>
              <a:lnSpc>
                <a:spcPct val="90000"/>
              </a:lnSpc>
              <a:buFont typeface="Arial" charset="2"/>
              <a:buChar char="•"/>
            </a:pPr>
            <a:endParaRPr lang="en-US" sz="1900" b="1">
              <a:solidFill>
                <a:srgbClr val="FFFFFF"/>
              </a:solidFill>
              <a:latin typeface="Aptos"/>
            </a:endParaRPr>
          </a:p>
        </p:txBody>
      </p:sp>
      <p:sp>
        <p:nvSpPr>
          <p:cNvPr id="23"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5" name="Picture 4" descr="A person wearing glasses and a white shirt&#10;&#10;AI-generated content may be incorrect.">
            <a:extLst>
              <a:ext uri="{FF2B5EF4-FFF2-40B4-BE49-F238E27FC236}">
                <a16:creationId xmlns:a16="http://schemas.microsoft.com/office/drawing/2014/main" id="{3252AE88-E51E-38FE-25BC-DB4303C2C24B}"/>
              </a:ext>
            </a:extLst>
          </p:cNvPr>
          <p:cNvPicPr>
            <a:picLocks noChangeAspect="1"/>
          </p:cNvPicPr>
          <p:nvPr/>
        </p:nvPicPr>
        <p:blipFill>
          <a:blip r:embed="rId3"/>
          <a:srcRect t="4727" r="-2" b="21905"/>
          <a:stretch/>
        </p:blipFill>
        <p:spPr>
          <a:xfrm>
            <a:off x="7230352" y="2"/>
            <a:ext cx="4962068" cy="3428999"/>
          </a:xfrm>
          <a:custGeom>
            <a:avLst/>
            <a:gdLst/>
            <a:ahLst/>
            <a:cxnLst/>
            <a:rect l="l" t="t" r="r" b="b"/>
            <a:pathLst>
              <a:path w="4962068" h="3428999">
                <a:moveTo>
                  <a:pt x="0" y="0"/>
                </a:moveTo>
                <a:lnTo>
                  <a:pt x="1343538" y="0"/>
                </a:lnTo>
                <a:lnTo>
                  <a:pt x="1343538" y="1"/>
                </a:lnTo>
                <a:lnTo>
                  <a:pt x="4962068" y="1"/>
                </a:lnTo>
                <a:lnTo>
                  <a:pt x="4962067" y="3428999"/>
                </a:lnTo>
                <a:lnTo>
                  <a:pt x="250957" y="3428999"/>
                </a:lnTo>
                <a:lnTo>
                  <a:pt x="250957" y="3343961"/>
                </a:lnTo>
                <a:lnTo>
                  <a:pt x="251965" y="3201315"/>
                </a:lnTo>
                <a:lnTo>
                  <a:pt x="250957" y="3057297"/>
                </a:lnTo>
                <a:lnTo>
                  <a:pt x="248940" y="2911221"/>
                </a:lnTo>
                <a:lnTo>
                  <a:pt x="247091" y="2765146"/>
                </a:lnTo>
                <a:lnTo>
                  <a:pt x="243057" y="2617013"/>
                </a:lnTo>
                <a:lnTo>
                  <a:pt x="238855" y="2467509"/>
                </a:lnTo>
                <a:lnTo>
                  <a:pt x="233980" y="2318004"/>
                </a:lnTo>
                <a:lnTo>
                  <a:pt x="227089" y="2167128"/>
                </a:lnTo>
                <a:lnTo>
                  <a:pt x="218852" y="2014881"/>
                </a:lnTo>
                <a:lnTo>
                  <a:pt x="210952" y="1861947"/>
                </a:lnTo>
                <a:lnTo>
                  <a:pt x="200867" y="1709014"/>
                </a:lnTo>
                <a:lnTo>
                  <a:pt x="188764" y="1554023"/>
                </a:lnTo>
                <a:lnTo>
                  <a:pt x="176662" y="1401090"/>
                </a:lnTo>
                <a:lnTo>
                  <a:pt x="162710" y="1245413"/>
                </a:lnTo>
                <a:lnTo>
                  <a:pt x="147414" y="1089051"/>
                </a:lnTo>
                <a:lnTo>
                  <a:pt x="131278" y="934746"/>
                </a:lnTo>
                <a:lnTo>
                  <a:pt x="112452" y="778383"/>
                </a:lnTo>
                <a:lnTo>
                  <a:pt x="92281" y="622707"/>
                </a:lnTo>
                <a:lnTo>
                  <a:pt x="72278" y="466344"/>
                </a:lnTo>
                <a:lnTo>
                  <a:pt x="48914" y="310668"/>
                </a:lnTo>
                <a:lnTo>
                  <a:pt x="25045" y="155677"/>
                </a:lnTo>
                <a:close/>
              </a:path>
            </a:pathLst>
          </a:custGeom>
        </p:spPr>
      </p:pic>
      <p:pic>
        <p:nvPicPr>
          <p:cNvPr id="4" name="Picture 3" descr="A person with his hand on his chin&#10;&#10;AI-generated content may be incorrect.">
            <a:extLst>
              <a:ext uri="{FF2B5EF4-FFF2-40B4-BE49-F238E27FC236}">
                <a16:creationId xmlns:a16="http://schemas.microsoft.com/office/drawing/2014/main" id="{0BE74565-A375-6832-E04C-3C7D8E55FBC0}"/>
              </a:ext>
            </a:extLst>
          </p:cNvPr>
          <p:cNvPicPr>
            <a:picLocks noChangeAspect="1"/>
          </p:cNvPicPr>
          <p:nvPr/>
        </p:nvPicPr>
        <p:blipFill>
          <a:blip r:embed="rId4"/>
          <a:srcRect b="5286"/>
          <a:stretch/>
        </p:blipFill>
        <p:spPr>
          <a:xfrm>
            <a:off x="7228756" y="3428997"/>
            <a:ext cx="4963244" cy="3429002"/>
          </a:xfrm>
          <a:custGeom>
            <a:avLst/>
            <a:gdLst/>
            <a:ahLst/>
            <a:cxnLst/>
            <a:rect l="l" t="t" r="r" b="b"/>
            <a:pathLst>
              <a:path w="4963244" h="3429002">
                <a:moveTo>
                  <a:pt x="252134" y="0"/>
                </a:moveTo>
                <a:lnTo>
                  <a:pt x="4963244" y="0"/>
                </a:lnTo>
                <a:lnTo>
                  <a:pt x="4963244" y="3429002"/>
                </a:lnTo>
                <a:lnTo>
                  <a:pt x="900697" y="3429002"/>
                </a:lnTo>
                <a:lnTo>
                  <a:pt x="900697" y="3429001"/>
                </a:lnTo>
                <a:lnTo>
                  <a:pt x="0" y="3429001"/>
                </a:lnTo>
                <a:lnTo>
                  <a:pt x="5883" y="3388539"/>
                </a:lnTo>
                <a:lnTo>
                  <a:pt x="23196" y="3269895"/>
                </a:lnTo>
                <a:lnTo>
                  <a:pt x="35299" y="3183484"/>
                </a:lnTo>
                <a:lnTo>
                  <a:pt x="48073" y="3080614"/>
                </a:lnTo>
                <a:lnTo>
                  <a:pt x="63369" y="2958542"/>
                </a:lnTo>
                <a:lnTo>
                  <a:pt x="79506" y="2823439"/>
                </a:lnTo>
                <a:lnTo>
                  <a:pt x="96483" y="2671192"/>
                </a:lnTo>
                <a:lnTo>
                  <a:pt x="114469" y="2505228"/>
                </a:lnTo>
                <a:lnTo>
                  <a:pt x="132454" y="2324863"/>
                </a:lnTo>
                <a:lnTo>
                  <a:pt x="150776" y="2132839"/>
                </a:lnTo>
                <a:lnTo>
                  <a:pt x="167753" y="1925727"/>
                </a:lnTo>
                <a:lnTo>
                  <a:pt x="184058" y="1709014"/>
                </a:lnTo>
                <a:lnTo>
                  <a:pt x="198849" y="1479957"/>
                </a:lnTo>
                <a:lnTo>
                  <a:pt x="212969" y="1241299"/>
                </a:lnTo>
                <a:lnTo>
                  <a:pt x="226248" y="992353"/>
                </a:lnTo>
                <a:lnTo>
                  <a:pt x="230955" y="864794"/>
                </a:lnTo>
                <a:lnTo>
                  <a:pt x="236165" y="734493"/>
                </a:lnTo>
                <a:lnTo>
                  <a:pt x="241040" y="602134"/>
                </a:lnTo>
                <a:lnTo>
                  <a:pt x="244234" y="469088"/>
                </a:lnTo>
                <a:lnTo>
                  <a:pt x="247091" y="333300"/>
                </a:lnTo>
                <a:lnTo>
                  <a:pt x="250117" y="196140"/>
                </a:lnTo>
                <a:lnTo>
                  <a:pt x="252134" y="56237"/>
                </a:lnTo>
                <a:close/>
              </a:path>
            </a:pathLst>
          </a:custGeom>
        </p:spPr>
      </p:pic>
    </p:spTree>
    <p:extLst>
      <p:ext uri="{BB962C8B-B14F-4D97-AF65-F5344CB8AC3E}">
        <p14:creationId xmlns:p14="http://schemas.microsoft.com/office/powerpoint/2010/main" val="16146929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85D1E2FE-17BE-3655-08AC-7059CCDB884C}"/>
              </a:ext>
            </a:extLst>
          </p:cNvPr>
          <p:cNvSpPr>
            <a:spLocks noGrp="1"/>
          </p:cNvSpPr>
          <p:nvPr>
            <p:ph type="title"/>
          </p:nvPr>
        </p:nvSpPr>
        <p:spPr>
          <a:xfrm>
            <a:off x="5282382" y="1454964"/>
            <a:ext cx="6261917" cy="3308840"/>
          </a:xfrm>
        </p:spPr>
        <p:txBody>
          <a:bodyPr vert="horz" lIns="91440" tIns="45720" rIns="91440" bIns="45720" rtlCol="0" anchor="b">
            <a:normAutofit/>
          </a:bodyPr>
          <a:lstStyle/>
          <a:p>
            <a:pPr>
              <a:lnSpc>
                <a:spcPct val="90000"/>
              </a:lnSpc>
            </a:pPr>
            <a:r>
              <a:rPr lang="en-US" sz="7200"/>
              <a:t>Misuse of blasphemy laws</a:t>
            </a:r>
          </a:p>
        </p:txBody>
      </p:sp>
      <p:pic>
        <p:nvPicPr>
          <p:cNvPr id="5" name="Picture 4" descr="A vintage weighing scales">
            <a:extLst>
              <a:ext uri="{FF2B5EF4-FFF2-40B4-BE49-F238E27FC236}">
                <a16:creationId xmlns:a16="http://schemas.microsoft.com/office/drawing/2014/main" id="{2BB61CED-68DE-5DBF-5453-269072C423DB}"/>
              </a:ext>
            </a:extLst>
          </p:cNvPr>
          <p:cNvPicPr>
            <a:picLocks noChangeAspect="1"/>
          </p:cNvPicPr>
          <p:nvPr/>
        </p:nvPicPr>
        <p:blipFill>
          <a:blip r:embed="rId7"/>
          <a:srcRect r="-1" b="1351"/>
          <a:stretch/>
        </p:blipFill>
        <p:spPr>
          <a:xfrm>
            <a:off x="-1" y="10"/>
            <a:ext cx="4634681" cy="6857990"/>
          </a:xfrm>
          <a:prstGeom prst="rect">
            <a:avLst/>
          </a:prstGeom>
        </p:spPr>
      </p:pic>
    </p:spTree>
    <p:extLst>
      <p:ext uri="{BB962C8B-B14F-4D97-AF65-F5344CB8AC3E}">
        <p14:creationId xmlns:p14="http://schemas.microsoft.com/office/powerpoint/2010/main" val="1466106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7" name="Graphic 6" descr="Office Worker">
            <a:extLst>
              <a:ext uri="{FF2B5EF4-FFF2-40B4-BE49-F238E27FC236}">
                <a16:creationId xmlns:a16="http://schemas.microsoft.com/office/drawing/2014/main" id="{960C488A-88EB-307C-C344-EE1E9EA9538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6800" y="1100050"/>
            <a:ext cx="4261089" cy="4261089"/>
          </a:xfrm>
          <a:prstGeom prst="rect">
            <a:avLst/>
          </a:prstGeom>
          <a:effectLst>
            <a:outerShdw blurRad="50800" dist="38100" dir="5400000" algn="t" rotWithShape="0">
              <a:prstClr val="black">
                <a:alpha val="43000"/>
              </a:prstClr>
            </a:outerShdw>
          </a:effectLst>
        </p:spPr>
      </p:pic>
      <p:sp>
        <p:nvSpPr>
          <p:cNvPr id="3" name="Content Placeholder 2">
            <a:extLst>
              <a:ext uri="{FF2B5EF4-FFF2-40B4-BE49-F238E27FC236}">
                <a16:creationId xmlns:a16="http://schemas.microsoft.com/office/drawing/2014/main" id="{ED233EC6-DE06-D3B3-7E46-320458656A7E}"/>
              </a:ext>
            </a:extLst>
          </p:cNvPr>
          <p:cNvSpPr>
            <a:spLocks noGrp="1"/>
          </p:cNvSpPr>
          <p:nvPr>
            <p:ph idx="1"/>
          </p:nvPr>
        </p:nvSpPr>
        <p:spPr>
          <a:xfrm>
            <a:off x="5637663" y="987855"/>
            <a:ext cx="5312041" cy="5619773"/>
          </a:xfrm>
        </p:spPr>
        <p:txBody>
          <a:bodyPr vert="horz" lIns="91440" tIns="45720" rIns="91440" bIns="45720" rtlCol="0" anchor="t">
            <a:noAutofit/>
          </a:bodyPr>
          <a:lstStyle/>
          <a:p>
            <a:pPr>
              <a:lnSpc>
                <a:spcPct val="90000"/>
              </a:lnSpc>
              <a:buFont typeface="Arial" charset="2"/>
              <a:buChar char="•"/>
            </a:pPr>
            <a:r>
              <a:rPr lang="en-US" sz="2400" b="1" dirty="0">
                <a:latin typeface="Aptos"/>
              </a:rPr>
              <a:t>For personal gain</a:t>
            </a:r>
          </a:p>
          <a:p>
            <a:pPr marL="0" indent="0">
              <a:lnSpc>
                <a:spcPct val="90000"/>
              </a:lnSpc>
              <a:buClr>
                <a:srgbClr val="8AD0D6"/>
              </a:buClr>
              <a:buNone/>
            </a:pPr>
            <a:r>
              <a:rPr lang="en-US" sz="2400" b="1" dirty="0">
                <a:latin typeface="Aptos"/>
              </a:rPr>
              <a:t>Khaleel Tahir Sindhu</a:t>
            </a:r>
            <a:r>
              <a:rPr lang="en-US" sz="2400" dirty="0">
                <a:latin typeface="Aptos"/>
              </a:rPr>
              <a:t>, a lawyer and former </a:t>
            </a:r>
            <a:r>
              <a:rPr lang="en-US" sz="2400" b="1" dirty="0">
                <a:latin typeface="Aptos"/>
              </a:rPr>
              <a:t>Member of the Punjab Assembly.</a:t>
            </a:r>
            <a:r>
              <a:rPr lang="en-US" sz="2400" dirty="0">
                <a:latin typeface="Aptos"/>
              </a:rPr>
              <a:t> In 2013, Sindhu was alleged to have exploited blasphemy allegations against a Christian man over a land dispute. The man was falsely accused of desecrating the Quran.</a:t>
            </a:r>
          </a:p>
          <a:p>
            <a:pPr marL="0" indent="0">
              <a:lnSpc>
                <a:spcPct val="90000"/>
              </a:lnSpc>
              <a:buNone/>
            </a:pPr>
            <a:endParaRPr lang="en-US" sz="2400" dirty="0">
              <a:latin typeface="Aptos"/>
            </a:endParaRPr>
          </a:p>
          <a:p>
            <a:pPr>
              <a:lnSpc>
                <a:spcPct val="90000"/>
              </a:lnSpc>
              <a:buFont typeface="Arial" charset="2"/>
              <a:buChar char="•"/>
            </a:pPr>
            <a:r>
              <a:rPr lang="en-US" sz="2400" b="1" dirty="0">
                <a:latin typeface="Aptos"/>
              </a:rPr>
              <a:t>Misinterpretation of religion</a:t>
            </a:r>
            <a:endParaRPr lang="en-US" sz="2400" dirty="0">
              <a:latin typeface="Aptos"/>
            </a:endParaRPr>
          </a:p>
          <a:p>
            <a:pPr marL="0" indent="0">
              <a:lnSpc>
                <a:spcPct val="90000"/>
              </a:lnSpc>
              <a:buNone/>
            </a:pPr>
            <a:r>
              <a:rPr lang="en-US" sz="2400" dirty="0">
                <a:latin typeface="Aptos"/>
              </a:rPr>
              <a:t>Ismail Qureshi misinterpreted fatwas to make sure that section 295c was passed.</a:t>
            </a:r>
          </a:p>
          <a:p>
            <a:pPr marL="0" indent="0">
              <a:lnSpc>
                <a:spcPct val="90000"/>
              </a:lnSpc>
              <a:buNone/>
            </a:pPr>
            <a:endParaRPr lang="en-US" sz="2400" dirty="0">
              <a:latin typeface="Aptos"/>
            </a:endParaRPr>
          </a:p>
        </p:txBody>
      </p:sp>
    </p:spTree>
    <p:extLst>
      <p:ext uri="{BB962C8B-B14F-4D97-AF65-F5344CB8AC3E}">
        <p14:creationId xmlns:p14="http://schemas.microsoft.com/office/powerpoint/2010/main" val="4138302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close-up of a document&#10;&#10;AI-generated content may be incorrect.">
            <a:extLst>
              <a:ext uri="{FF2B5EF4-FFF2-40B4-BE49-F238E27FC236}">
                <a16:creationId xmlns:a16="http://schemas.microsoft.com/office/drawing/2014/main" id="{DED4EBB6-8E8D-690B-536B-39C57F8907F2}"/>
              </a:ext>
            </a:extLst>
          </p:cNvPr>
          <p:cNvPicPr>
            <a:picLocks noGrp="1" noChangeAspect="1"/>
          </p:cNvPicPr>
          <p:nvPr>
            <p:ph idx="1"/>
          </p:nvPr>
        </p:nvPicPr>
        <p:blipFill>
          <a:blip r:embed="rId2"/>
          <a:stretch>
            <a:fillRect/>
          </a:stretch>
        </p:blipFill>
        <p:spPr>
          <a:xfrm>
            <a:off x="4920" y="6406"/>
            <a:ext cx="12188354" cy="6851592"/>
          </a:xfrm>
        </p:spPr>
      </p:pic>
    </p:spTree>
    <p:extLst>
      <p:ext uri="{BB962C8B-B14F-4D97-AF65-F5344CB8AC3E}">
        <p14:creationId xmlns:p14="http://schemas.microsoft.com/office/powerpoint/2010/main" val="35882503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57EDD-644E-9A2A-3434-E234AF432CE9}"/>
              </a:ext>
            </a:extLst>
          </p:cNvPr>
          <p:cNvSpPr>
            <a:spLocks noGrp="1"/>
          </p:cNvSpPr>
          <p:nvPr>
            <p:ph type="title"/>
          </p:nvPr>
        </p:nvSpPr>
        <p:spPr/>
        <p:txBody>
          <a:bodyPr/>
          <a:lstStyle/>
          <a:p>
            <a:r>
              <a:rPr lang="en-US" dirty="0"/>
              <a:t>Problems with Blasphemy laws</a:t>
            </a:r>
          </a:p>
        </p:txBody>
      </p:sp>
      <p:sp>
        <p:nvSpPr>
          <p:cNvPr id="3" name="Content Placeholder 2">
            <a:extLst>
              <a:ext uri="{FF2B5EF4-FFF2-40B4-BE49-F238E27FC236}">
                <a16:creationId xmlns:a16="http://schemas.microsoft.com/office/drawing/2014/main" id="{B448EE58-519C-4BCA-39A4-C131946BCC38}"/>
              </a:ext>
            </a:extLst>
          </p:cNvPr>
          <p:cNvSpPr>
            <a:spLocks noGrp="1"/>
          </p:cNvSpPr>
          <p:nvPr>
            <p:ph idx="1"/>
          </p:nvPr>
        </p:nvSpPr>
        <p:spPr>
          <a:xfrm>
            <a:off x="-3154" y="1865028"/>
            <a:ext cx="8946541" cy="4195481"/>
          </a:xfrm>
        </p:spPr>
        <p:txBody>
          <a:bodyPr vert="horz" lIns="91440" tIns="45720" rIns="91440" bIns="45720" rtlCol="0" anchor="t">
            <a:normAutofit/>
          </a:bodyPr>
          <a:lstStyle/>
          <a:p>
            <a:r>
              <a:rPr lang="en-US" sz="2400" b="1" dirty="0">
                <a:latin typeface="Aptos"/>
              </a:rPr>
              <a:t>Weapon Against Minorities</a:t>
            </a:r>
            <a:endParaRPr lang="en-US" sz="2400" dirty="0">
              <a:latin typeface="Aptos"/>
            </a:endParaRPr>
          </a:p>
          <a:p>
            <a:pPr marL="0" indent="0">
              <a:buNone/>
            </a:pPr>
            <a:r>
              <a:rPr lang="en-US" sz="2400" dirty="0">
                <a:latin typeface="Aptos"/>
              </a:rPr>
              <a:t>These laws are often used as a tool for persecution, especially against non-Muslims, who are more vulnerable to accusations.</a:t>
            </a:r>
          </a:p>
          <a:p>
            <a:pPr marL="0" indent="0">
              <a:buNone/>
            </a:pPr>
            <a:endParaRPr lang="en-US" sz="2400" dirty="0">
              <a:latin typeface="Aptos"/>
            </a:endParaRPr>
          </a:p>
          <a:p>
            <a:pPr marL="0" indent="0">
              <a:buNone/>
            </a:pPr>
            <a:endParaRPr lang="en-US" sz="2400" dirty="0">
              <a:latin typeface="Aptos"/>
            </a:endParaRPr>
          </a:p>
          <a:p>
            <a:pPr>
              <a:buClr>
                <a:srgbClr val="8AD0D6"/>
              </a:buClr>
            </a:pPr>
            <a:r>
              <a:rPr lang="en-US" sz="2400" b="1" dirty="0">
                <a:latin typeface="Aptos"/>
              </a:rPr>
              <a:t>Fear Over Freedom</a:t>
            </a:r>
            <a:endParaRPr lang="en-US" sz="2400" dirty="0">
              <a:latin typeface="Aptos"/>
            </a:endParaRPr>
          </a:p>
          <a:p>
            <a:pPr marL="0" indent="0">
              <a:buNone/>
            </a:pPr>
            <a:r>
              <a:rPr lang="en-US" sz="2400" dirty="0">
                <a:latin typeface="Aptos"/>
              </a:rPr>
              <a:t>These laws create an environment of fear, stifling debate, creativity, and intellectual freedom</a:t>
            </a:r>
            <a:endParaRPr lang="en-US" sz="2400" dirty="0"/>
          </a:p>
          <a:p>
            <a:pPr>
              <a:buClr>
                <a:srgbClr val="8AD0D6"/>
              </a:buClr>
            </a:pPr>
            <a:endParaRPr lang="en-US" sz="4000" dirty="0"/>
          </a:p>
        </p:txBody>
      </p:sp>
    </p:spTree>
    <p:extLst>
      <p:ext uri="{BB962C8B-B14F-4D97-AF65-F5344CB8AC3E}">
        <p14:creationId xmlns:p14="http://schemas.microsoft.com/office/powerpoint/2010/main" val="9762293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C2AEC-7882-708C-B86E-F5A98DC515CA}"/>
              </a:ext>
            </a:extLst>
          </p:cNvPr>
          <p:cNvSpPr>
            <a:spLocks noGrp="1"/>
          </p:cNvSpPr>
          <p:nvPr>
            <p:ph type="title"/>
          </p:nvPr>
        </p:nvSpPr>
        <p:spPr/>
        <p:txBody>
          <a:bodyPr/>
          <a:lstStyle/>
          <a:p>
            <a:r>
              <a:rPr lang="en-US" dirty="0"/>
              <a:t>What did we learnt</a:t>
            </a:r>
          </a:p>
        </p:txBody>
      </p:sp>
      <p:sp>
        <p:nvSpPr>
          <p:cNvPr id="3" name="Content Placeholder 2">
            <a:extLst>
              <a:ext uri="{FF2B5EF4-FFF2-40B4-BE49-F238E27FC236}">
                <a16:creationId xmlns:a16="http://schemas.microsoft.com/office/drawing/2014/main" id="{F53025A1-7638-19E2-53BB-8F07D0A46F72}"/>
              </a:ext>
            </a:extLst>
          </p:cNvPr>
          <p:cNvSpPr>
            <a:spLocks noGrp="1"/>
          </p:cNvSpPr>
          <p:nvPr>
            <p:ph idx="1"/>
          </p:nvPr>
        </p:nvSpPr>
        <p:spPr/>
        <p:txBody>
          <a:bodyPr vert="horz" lIns="91440" tIns="45720" rIns="91440" bIns="45720" rtlCol="0" anchor="t">
            <a:normAutofit/>
          </a:bodyPr>
          <a:lstStyle/>
          <a:p>
            <a:r>
              <a:rPr lang="en-US" dirty="0">
                <a:latin typeface="Arial"/>
                <a:cs typeface="Arial"/>
              </a:rPr>
              <a:t>While not all accused are innocent, extrajudicial killings, such as 14 reported in 2023 alone, highlight the deep injustice in how these laws are enforced. Reform is vital—not to blasphemy, but to ensure due process, prevent misuse, and align actions with the Islamic principles of justice and mercy. </a:t>
            </a:r>
          </a:p>
        </p:txBody>
      </p:sp>
    </p:spTree>
    <p:extLst>
      <p:ext uri="{BB962C8B-B14F-4D97-AF65-F5344CB8AC3E}">
        <p14:creationId xmlns:p14="http://schemas.microsoft.com/office/powerpoint/2010/main" val="26242120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Ion</vt:lpstr>
      <vt:lpstr>Extremism</vt:lpstr>
      <vt:lpstr>Presented by</vt:lpstr>
      <vt:lpstr>What is Extremism</vt:lpstr>
      <vt:lpstr>Blasphemy</vt:lpstr>
      <vt:lpstr>Objectives                      of discussion</vt:lpstr>
      <vt:lpstr>A Brief History</vt:lpstr>
      <vt:lpstr>Suppression of free speech </vt:lpstr>
      <vt:lpstr>Colonial background</vt:lpstr>
      <vt:lpstr>Blasphemy laws in Pakistan</vt:lpstr>
      <vt:lpstr>Elephant in the room</vt:lpstr>
      <vt:lpstr>Nawaz's Role</vt:lpstr>
      <vt:lpstr>Why blasphemy laws are important</vt:lpstr>
      <vt:lpstr>The Love of the Prophet Muhammad (PBUH)  in Islam   </vt:lpstr>
      <vt:lpstr> From Islamic Sharia:</vt:lpstr>
      <vt:lpstr>Other Scholars</vt:lpstr>
      <vt:lpstr>The Historical dishonesty </vt:lpstr>
      <vt:lpstr>Islam in Pakistan</vt:lpstr>
      <vt:lpstr>Hadd and Tazeer </vt:lpstr>
      <vt:lpstr>Sunni Jurripodence</vt:lpstr>
      <vt:lpstr>Other Scholars</vt:lpstr>
      <vt:lpstr>Changing the law</vt:lpstr>
      <vt:lpstr>PowerPoint Presentation</vt:lpstr>
      <vt:lpstr>PowerPoint Presentation</vt:lpstr>
      <vt:lpstr>PowerPoint Presentation</vt:lpstr>
      <vt:lpstr>PowerPoint Presentation</vt:lpstr>
      <vt:lpstr>Effects of blasphemy</vt:lpstr>
      <vt:lpstr>Mob Lynching</vt:lpstr>
      <vt:lpstr>Effects of Mob lynching</vt:lpstr>
      <vt:lpstr>PowerPoint Presentation</vt:lpstr>
      <vt:lpstr>Misuse of blasphemy laws</vt:lpstr>
      <vt:lpstr>PowerPoint Presentation</vt:lpstr>
      <vt:lpstr>PowerPoint Presentation</vt:lpstr>
      <vt:lpstr>Problems with Blasphemy laws</vt:lpstr>
      <vt:lpstr>What did we learnt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1082</cp:revision>
  <dcterms:created xsi:type="dcterms:W3CDTF">2013-07-15T20:26:40Z</dcterms:created>
  <dcterms:modified xsi:type="dcterms:W3CDTF">2025-01-27T00:37:33Z</dcterms:modified>
</cp:coreProperties>
</file>